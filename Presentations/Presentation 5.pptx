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0"/>
  </p:notesMasterIdLst>
  <p:handoutMasterIdLst>
    <p:handoutMasterId r:id="rId11"/>
  </p:handoutMasterIdLst>
  <p:sldIdLst>
    <p:sldId id="256" r:id="rId3"/>
    <p:sldId id="275" r:id="rId4"/>
    <p:sldId id="283" r:id="rId5"/>
    <p:sldId id="285" r:id="rId6"/>
    <p:sldId id="287" r:id="rId7"/>
    <p:sldId id="279" r:id="rId8"/>
    <p:sldId id="280" r:id="rId9"/>
  </p:sldIdLst>
  <p:sldSz cx="10080625" cy="5670550"/>
  <p:notesSz cx="7772400" cy="100584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4" autoAdjust="0"/>
    <p:restoredTop sz="94660"/>
  </p:normalViewPr>
  <p:slideViewPr>
    <p:cSldViewPr snapToGrid="0">
      <p:cViewPr varScale="1">
        <p:scale>
          <a:sx n="97" d="100"/>
          <a:sy n="97" d="100"/>
        </p:scale>
        <p:origin x="7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DCCC00-E22C-4950-AE4B-89886359FE6E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DE"/>
        </a:p>
      </dgm:t>
    </dgm:pt>
    <dgm:pt modelId="{1E8A8324-9E7D-4958-940B-034DB86093A0}">
      <dgm:prSet/>
      <dgm:spPr/>
      <dgm:t>
        <a:bodyPr/>
        <a:lstStyle/>
        <a:p>
          <a:r>
            <a:rPr lang="en-GB" b="0" i="0" baseline="0"/>
            <a:t>To calculate:</a:t>
          </a:r>
          <a:endParaRPr lang="en-DE"/>
        </a:p>
      </dgm:t>
    </dgm:pt>
    <dgm:pt modelId="{4AF7CAD5-61A5-4018-A4AE-7E9E397AA2DD}" type="parTrans" cxnId="{B7234A69-86C2-4D5E-BC38-44EAC011724E}">
      <dgm:prSet/>
      <dgm:spPr/>
      <dgm:t>
        <a:bodyPr/>
        <a:lstStyle/>
        <a:p>
          <a:endParaRPr lang="en-DE"/>
        </a:p>
      </dgm:t>
    </dgm:pt>
    <dgm:pt modelId="{29829C80-9281-4F49-9996-4DCB9D52D2F5}" type="sibTrans" cxnId="{B7234A69-86C2-4D5E-BC38-44EAC011724E}">
      <dgm:prSet/>
      <dgm:spPr/>
      <dgm:t>
        <a:bodyPr/>
        <a:lstStyle/>
        <a:p>
          <a:endParaRPr lang="en-DE"/>
        </a:p>
      </dgm:t>
    </dgm:pt>
    <dgm:pt modelId="{89A7EE2A-8BEB-4893-A068-8E50DF580B61}">
      <dgm:prSet/>
      <dgm:spPr/>
      <dgm:t>
        <a:bodyPr/>
        <a:lstStyle/>
        <a:p>
          <a:r>
            <a:rPr lang="en-DE" b="0" i="0" baseline="0"/>
            <a:t>Precision@K </a:t>
          </a:r>
          <a:endParaRPr lang="en-DE"/>
        </a:p>
      </dgm:t>
    </dgm:pt>
    <dgm:pt modelId="{278E0BC3-9ECB-4DF6-94C3-247CF56274B2}" type="parTrans" cxnId="{737BBAFD-FAE1-4657-8CD4-839ECB9CF604}">
      <dgm:prSet/>
      <dgm:spPr/>
      <dgm:t>
        <a:bodyPr/>
        <a:lstStyle/>
        <a:p>
          <a:endParaRPr lang="en-DE"/>
        </a:p>
      </dgm:t>
    </dgm:pt>
    <dgm:pt modelId="{95B78195-CDF6-44DB-999A-F2AB663AEEB3}" type="sibTrans" cxnId="{737BBAFD-FAE1-4657-8CD4-839ECB9CF604}">
      <dgm:prSet/>
      <dgm:spPr/>
      <dgm:t>
        <a:bodyPr/>
        <a:lstStyle/>
        <a:p>
          <a:endParaRPr lang="en-DE"/>
        </a:p>
      </dgm:t>
    </dgm:pt>
    <dgm:pt modelId="{79197522-791F-40D0-8412-FB95090609E6}">
      <dgm:prSet/>
      <dgm:spPr/>
      <dgm:t>
        <a:bodyPr/>
        <a:lstStyle/>
        <a:p>
          <a:r>
            <a:rPr lang="en-DE" b="0" i="0" baseline="0"/>
            <a:t>Recall@K </a:t>
          </a:r>
          <a:endParaRPr lang="en-DE"/>
        </a:p>
      </dgm:t>
    </dgm:pt>
    <dgm:pt modelId="{A1657842-37F0-4E6F-97A9-442F70AFA449}" type="parTrans" cxnId="{4827CC34-EB4E-4BB4-98F4-89A5E5F6E170}">
      <dgm:prSet/>
      <dgm:spPr/>
      <dgm:t>
        <a:bodyPr/>
        <a:lstStyle/>
        <a:p>
          <a:endParaRPr lang="en-DE"/>
        </a:p>
      </dgm:t>
    </dgm:pt>
    <dgm:pt modelId="{233335F9-7B52-45C3-877C-FC48BCC86EF2}" type="sibTrans" cxnId="{4827CC34-EB4E-4BB4-98F4-89A5E5F6E170}">
      <dgm:prSet/>
      <dgm:spPr/>
      <dgm:t>
        <a:bodyPr/>
        <a:lstStyle/>
        <a:p>
          <a:endParaRPr lang="en-DE"/>
        </a:p>
      </dgm:t>
    </dgm:pt>
    <dgm:pt modelId="{6CE30FDF-8FD0-449A-A780-EB697A52160C}">
      <dgm:prSet/>
      <dgm:spPr/>
      <dgm:t>
        <a:bodyPr/>
        <a:lstStyle/>
        <a:p>
          <a:r>
            <a:rPr lang="en-DE" b="0" i="0" baseline="0"/>
            <a:t>MRR </a:t>
          </a:r>
          <a:endParaRPr lang="en-DE"/>
        </a:p>
      </dgm:t>
    </dgm:pt>
    <dgm:pt modelId="{7A77C1CA-797D-4664-A99E-77FC0C37BF57}" type="parTrans" cxnId="{14E4310D-F564-428E-985B-FD16235A33EB}">
      <dgm:prSet/>
      <dgm:spPr/>
      <dgm:t>
        <a:bodyPr/>
        <a:lstStyle/>
        <a:p>
          <a:endParaRPr lang="en-DE"/>
        </a:p>
      </dgm:t>
    </dgm:pt>
    <dgm:pt modelId="{75D35493-48B5-44F2-B841-B0D477DA925C}" type="sibTrans" cxnId="{14E4310D-F564-428E-985B-FD16235A33EB}">
      <dgm:prSet/>
      <dgm:spPr/>
      <dgm:t>
        <a:bodyPr/>
        <a:lstStyle/>
        <a:p>
          <a:endParaRPr lang="en-DE"/>
        </a:p>
      </dgm:t>
    </dgm:pt>
    <dgm:pt modelId="{FF0FECDF-E7EA-434D-B64E-E1C79B740847}">
      <dgm:prSet/>
      <dgm:spPr/>
      <dgm:t>
        <a:bodyPr/>
        <a:lstStyle/>
        <a:p>
          <a:r>
            <a:rPr lang="en-DE" b="0" i="0" baseline="0"/>
            <a:t>Similarity relevance </a:t>
          </a:r>
          <a:endParaRPr lang="en-DE"/>
        </a:p>
      </dgm:t>
    </dgm:pt>
    <dgm:pt modelId="{F0BD7D7D-FD7C-4B33-88EE-492B35BC5A40}" type="parTrans" cxnId="{B7CDEDE3-E275-4DE8-BE98-9FAA2D9D7C3C}">
      <dgm:prSet/>
      <dgm:spPr/>
      <dgm:t>
        <a:bodyPr/>
        <a:lstStyle/>
        <a:p>
          <a:endParaRPr lang="en-DE"/>
        </a:p>
      </dgm:t>
    </dgm:pt>
    <dgm:pt modelId="{2FAD805D-8805-452A-9D7A-116EB5787A8E}" type="sibTrans" cxnId="{B7CDEDE3-E275-4DE8-BE98-9FAA2D9D7C3C}">
      <dgm:prSet/>
      <dgm:spPr/>
      <dgm:t>
        <a:bodyPr/>
        <a:lstStyle/>
        <a:p>
          <a:endParaRPr lang="en-DE"/>
        </a:p>
      </dgm:t>
    </dgm:pt>
    <dgm:pt modelId="{D8B8992A-E8DB-4B8E-AFBE-987832E0A346}">
      <dgm:prSet/>
      <dgm:spPr/>
      <dgm:t>
        <a:bodyPr/>
        <a:lstStyle/>
        <a:p>
          <a:r>
            <a:rPr lang="en-DE" b="0" i="0" baseline="0"/>
            <a:t>Multi-LLM comparison </a:t>
          </a:r>
          <a:endParaRPr lang="en-DE"/>
        </a:p>
      </dgm:t>
    </dgm:pt>
    <dgm:pt modelId="{97B7CA19-9FA0-4765-81AB-9297FB5E20E0}" type="parTrans" cxnId="{D1B0935A-859D-4D05-8085-ED898042A314}">
      <dgm:prSet/>
      <dgm:spPr/>
      <dgm:t>
        <a:bodyPr/>
        <a:lstStyle/>
        <a:p>
          <a:endParaRPr lang="en-DE"/>
        </a:p>
      </dgm:t>
    </dgm:pt>
    <dgm:pt modelId="{F2E4D432-1210-4B74-BC64-1A674DA1E5FD}" type="sibTrans" cxnId="{D1B0935A-859D-4D05-8085-ED898042A314}">
      <dgm:prSet/>
      <dgm:spPr/>
      <dgm:t>
        <a:bodyPr/>
        <a:lstStyle/>
        <a:p>
          <a:endParaRPr lang="en-DE"/>
        </a:p>
      </dgm:t>
    </dgm:pt>
    <dgm:pt modelId="{5370010D-03D0-480A-8B65-8F67FB6258B6}" type="pres">
      <dgm:prSet presAssocID="{8ADCCC00-E22C-4950-AE4B-89886359FE6E}" presName="Name0" presStyleCnt="0">
        <dgm:presLayoutVars>
          <dgm:dir/>
          <dgm:animLvl val="lvl"/>
          <dgm:resizeHandles val="exact"/>
        </dgm:presLayoutVars>
      </dgm:prSet>
      <dgm:spPr/>
    </dgm:pt>
    <dgm:pt modelId="{21DB892C-7499-4AE2-B2A3-B797F181CF8E}" type="pres">
      <dgm:prSet presAssocID="{1E8A8324-9E7D-4958-940B-034DB86093A0}" presName="linNode" presStyleCnt="0"/>
      <dgm:spPr/>
    </dgm:pt>
    <dgm:pt modelId="{9C04B30B-C087-40DC-ABED-160A943E7FB3}" type="pres">
      <dgm:prSet presAssocID="{1E8A8324-9E7D-4958-940B-034DB86093A0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4537AD92-05F0-47B1-B81D-3BA3FF992B72}" type="pres">
      <dgm:prSet presAssocID="{1E8A8324-9E7D-4958-940B-034DB86093A0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22DD3507-40CA-4605-A7CD-43A3389FC950}" type="presOf" srcId="{79197522-791F-40D0-8412-FB95090609E6}" destId="{4537AD92-05F0-47B1-B81D-3BA3FF992B72}" srcOrd="0" destOrd="1" presId="urn:microsoft.com/office/officeart/2005/8/layout/vList5"/>
    <dgm:cxn modelId="{14E4310D-F564-428E-985B-FD16235A33EB}" srcId="{1E8A8324-9E7D-4958-940B-034DB86093A0}" destId="{6CE30FDF-8FD0-449A-A780-EB697A52160C}" srcOrd="2" destOrd="0" parTransId="{7A77C1CA-797D-4664-A99E-77FC0C37BF57}" sibTransId="{75D35493-48B5-44F2-B841-B0D477DA925C}"/>
    <dgm:cxn modelId="{A959D40E-CF0F-4CE3-A7F7-21D92828FE11}" type="presOf" srcId="{8ADCCC00-E22C-4950-AE4B-89886359FE6E}" destId="{5370010D-03D0-480A-8B65-8F67FB6258B6}" srcOrd="0" destOrd="0" presId="urn:microsoft.com/office/officeart/2005/8/layout/vList5"/>
    <dgm:cxn modelId="{40709021-4006-47A2-8621-994CC0721FD4}" type="presOf" srcId="{1E8A8324-9E7D-4958-940B-034DB86093A0}" destId="{9C04B30B-C087-40DC-ABED-160A943E7FB3}" srcOrd="0" destOrd="0" presId="urn:microsoft.com/office/officeart/2005/8/layout/vList5"/>
    <dgm:cxn modelId="{17898529-8BFF-4EE0-8103-3159EB3B50D9}" type="presOf" srcId="{FF0FECDF-E7EA-434D-B64E-E1C79B740847}" destId="{4537AD92-05F0-47B1-B81D-3BA3FF992B72}" srcOrd="0" destOrd="3" presId="urn:microsoft.com/office/officeart/2005/8/layout/vList5"/>
    <dgm:cxn modelId="{4827CC34-EB4E-4BB4-98F4-89A5E5F6E170}" srcId="{1E8A8324-9E7D-4958-940B-034DB86093A0}" destId="{79197522-791F-40D0-8412-FB95090609E6}" srcOrd="1" destOrd="0" parTransId="{A1657842-37F0-4E6F-97A9-442F70AFA449}" sibTransId="{233335F9-7B52-45C3-877C-FC48BCC86EF2}"/>
    <dgm:cxn modelId="{B7234A69-86C2-4D5E-BC38-44EAC011724E}" srcId="{8ADCCC00-E22C-4950-AE4B-89886359FE6E}" destId="{1E8A8324-9E7D-4958-940B-034DB86093A0}" srcOrd="0" destOrd="0" parTransId="{4AF7CAD5-61A5-4018-A4AE-7E9E397AA2DD}" sibTransId="{29829C80-9281-4F49-9996-4DCB9D52D2F5}"/>
    <dgm:cxn modelId="{6CA2145A-6A0C-4EEC-B9DC-0107F049DAE0}" type="presOf" srcId="{D8B8992A-E8DB-4B8E-AFBE-987832E0A346}" destId="{4537AD92-05F0-47B1-B81D-3BA3FF992B72}" srcOrd="0" destOrd="4" presId="urn:microsoft.com/office/officeart/2005/8/layout/vList5"/>
    <dgm:cxn modelId="{D1B0935A-859D-4D05-8085-ED898042A314}" srcId="{1E8A8324-9E7D-4958-940B-034DB86093A0}" destId="{D8B8992A-E8DB-4B8E-AFBE-987832E0A346}" srcOrd="4" destOrd="0" parTransId="{97B7CA19-9FA0-4765-81AB-9297FB5E20E0}" sibTransId="{F2E4D432-1210-4B74-BC64-1A674DA1E5FD}"/>
    <dgm:cxn modelId="{5A3461BC-6007-443E-9552-A16687A00DCC}" type="presOf" srcId="{89A7EE2A-8BEB-4893-A068-8E50DF580B61}" destId="{4537AD92-05F0-47B1-B81D-3BA3FF992B72}" srcOrd="0" destOrd="0" presId="urn:microsoft.com/office/officeart/2005/8/layout/vList5"/>
    <dgm:cxn modelId="{B7CDEDE3-E275-4DE8-BE98-9FAA2D9D7C3C}" srcId="{1E8A8324-9E7D-4958-940B-034DB86093A0}" destId="{FF0FECDF-E7EA-434D-B64E-E1C79B740847}" srcOrd="3" destOrd="0" parTransId="{F0BD7D7D-FD7C-4B33-88EE-492B35BC5A40}" sibTransId="{2FAD805D-8805-452A-9D7A-116EB5787A8E}"/>
    <dgm:cxn modelId="{737BBAFD-FAE1-4657-8CD4-839ECB9CF604}" srcId="{1E8A8324-9E7D-4958-940B-034DB86093A0}" destId="{89A7EE2A-8BEB-4893-A068-8E50DF580B61}" srcOrd="0" destOrd="0" parTransId="{278E0BC3-9ECB-4DF6-94C3-247CF56274B2}" sibTransId="{95B78195-CDF6-44DB-999A-F2AB663AEEB3}"/>
    <dgm:cxn modelId="{3B2CE1FE-C187-4EC1-9B6E-CC5326567078}" type="presOf" srcId="{6CE30FDF-8FD0-449A-A780-EB697A52160C}" destId="{4537AD92-05F0-47B1-B81D-3BA3FF992B72}" srcOrd="0" destOrd="2" presId="urn:microsoft.com/office/officeart/2005/8/layout/vList5"/>
    <dgm:cxn modelId="{B45F7597-B059-444D-B929-6E2708CDE331}" type="presParOf" srcId="{5370010D-03D0-480A-8B65-8F67FB6258B6}" destId="{21DB892C-7499-4AE2-B2A3-B797F181CF8E}" srcOrd="0" destOrd="0" presId="urn:microsoft.com/office/officeart/2005/8/layout/vList5"/>
    <dgm:cxn modelId="{08BB7D43-3D29-401C-A23B-3659AC0500B6}" type="presParOf" srcId="{21DB892C-7499-4AE2-B2A3-B797F181CF8E}" destId="{9C04B30B-C087-40DC-ABED-160A943E7FB3}" srcOrd="0" destOrd="0" presId="urn:microsoft.com/office/officeart/2005/8/layout/vList5"/>
    <dgm:cxn modelId="{164FA2DC-DA32-4EFB-BDA1-4A1B463235BF}" type="presParOf" srcId="{21DB892C-7499-4AE2-B2A3-B797F181CF8E}" destId="{4537AD92-05F0-47B1-B81D-3BA3FF992B7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37AD92-05F0-47B1-B81D-3BA3FF992B72}">
      <dsp:nvSpPr>
        <dsp:cNvPr id="0" name=""/>
        <dsp:cNvSpPr/>
      </dsp:nvSpPr>
      <dsp:spPr>
        <a:xfrm rot="5400000">
          <a:off x="833072" y="316727"/>
          <a:ext cx="1818710" cy="163993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DE" sz="1400" b="0" i="0" kern="1200" baseline="0"/>
            <a:t>Precision@K </a:t>
          </a:r>
          <a:endParaRPr lang="en-DE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DE" sz="1400" b="0" i="0" kern="1200" baseline="0"/>
            <a:t>Recall@K </a:t>
          </a:r>
          <a:endParaRPr lang="en-DE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DE" sz="1400" b="0" i="0" kern="1200" baseline="0"/>
            <a:t>MRR </a:t>
          </a:r>
          <a:endParaRPr lang="en-DE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DE" sz="1400" b="0" i="0" kern="1200" baseline="0"/>
            <a:t>Similarity relevance </a:t>
          </a:r>
          <a:endParaRPr lang="en-DE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DE" sz="1400" b="0" i="0" kern="1200" baseline="0"/>
            <a:t>Multi-LLM comparison </a:t>
          </a:r>
          <a:endParaRPr lang="en-DE" sz="1400" kern="1200"/>
        </a:p>
      </dsp:txBody>
      <dsp:txXfrm rot="-5400000">
        <a:off x="922461" y="307394"/>
        <a:ext cx="1559877" cy="1658600"/>
      </dsp:txXfrm>
    </dsp:sp>
    <dsp:sp modelId="{9C04B30B-C087-40DC-ABED-160A943E7FB3}">
      <dsp:nvSpPr>
        <dsp:cNvPr id="0" name=""/>
        <dsp:cNvSpPr/>
      </dsp:nvSpPr>
      <dsp:spPr>
        <a:xfrm>
          <a:off x="0" y="0"/>
          <a:ext cx="922461" cy="22733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0" i="0" kern="1200" baseline="0"/>
            <a:t>To calculate:</a:t>
          </a:r>
          <a:endParaRPr lang="en-DE" sz="1400" kern="1200"/>
        </a:p>
      </dsp:txBody>
      <dsp:txXfrm>
        <a:off x="45031" y="45031"/>
        <a:ext cx="832399" cy="21833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77ADB4B-0066-80AE-88DE-E41AAA087677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3BBF29-3B44-438B-A91F-2F8E9DA96DD9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399196" y="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370095-0F81-DC60-E59B-6D55AA6AA4AD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55548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0E677D-4622-2B7D-BB12-B791CB2C2685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E3709D1-F1DD-4437-B873-D406EF16BBA4}" type="slidenum">
              <a:t>‹#›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DejaVu Sans" pitchFamily="2"/>
              <a:cs typeface="Free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0871669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AECDA7-C3A8-06D7-F068-4F85374963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515" y="764282"/>
            <a:ext cx="6704636" cy="377136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973F09-03BF-0E5F-B1D4-31159634B969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77240" y="4777557"/>
            <a:ext cx="6217563" cy="452592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A3856D7-A8D8-7878-9369-A19E0980FC8B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012641-30D4-C543-1E78-C528D7E2558F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399196" y="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CA89E5-5492-0E98-43FF-D4A8BE204BBB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955548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69293F-D66F-23CB-4A6E-07E0644708D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62C876FF-0F98-4461-9741-A5EB3271767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097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5999" marR="0" lvl="0" indent="-215999" defTabSz="914400" rtl="0" fontAlgn="auto" hangingPunct="0">
      <a:lnSpc>
        <a:spcPct val="100000"/>
      </a:lnSpc>
      <a:spcBef>
        <a:spcPts val="0"/>
      </a:spcBef>
      <a:spcAft>
        <a:spcPts val="0"/>
      </a:spcAft>
      <a:buNone/>
      <a:tabLst/>
      <a:defRPr lang="en-US" sz="2000" b="0" i="0" u="none" strike="noStrike" kern="1200" cap="none" spc="0" baseline="0">
        <a:solidFill>
          <a:srgbClr val="000000"/>
        </a:solidFill>
        <a:highlight>
          <a:scrgbClr r="0" g="0" b="0">
            <a:alpha val="0"/>
          </a:scrgbClr>
        </a:highlight>
        <a:uFillTx/>
        <a:latin typeface="Liberation Sans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7322A9C4-058A-F170-CCB8-C44D66F025F1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79B6291-7C39-481B-9C1D-26FF42D8F14B}" type="slidenum">
              <a:t>1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3B2A2C4A-97C4-2EAD-A76D-0877E82CED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B38FCA7B-294A-269F-BFDD-8DD65BDFD18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en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69DF2-3CD1-FB01-6D84-95A37BC04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581045D6-8F65-176D-9107-1C57B2E53ED2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2984B9-6F2F-4C86-B20B-5DD78842F902}" type="slidenum">
              <a:t>2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BC7A96CC-1B1B-033E-6ACF-025A42C193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E2D9F153-A14F-97E0-CDAA-C39B2D502F3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008732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7D55A-4C49-458C-F518-46BE4BE90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1F50BE2C-BB33-61F0-B4A1-76910505809C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2984B9-6F2F-4C86-B20B-5DD78842F902}" type="slidenum">
              <a:t>3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48699222-0A8D-34F8-4C55-5234A82D0D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72037B96-7212-D975-A182-83F2ACACAD8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556513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76D8D-114A-BBB2-DF87-3985163D6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A1EF5D77-D6DC-BF88-DCC0-427554FF3A5D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2984B9-6F2F-4C86-B20B-5DD78842F902}" type="slidenum">
              <a:t>4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CD295A0C-2861-74B6-CA59-31A581494A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8E7947FE-89EA-5F8E-510E-FA0005F2824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018918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62C876FF-0F98-4461-9741-A5EB3271767E}" type="slidenum">
              <a:rPr lang="en-DE" smtClean="0"/>
              <a:t>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749374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4577A-F90E-4363-0A1B-4C3938E56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12598AE0-18C6-EDD0-5955-72F75E5612EF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2984B9-6F2F-4C86-B20B-5DD78842F902}" type="slidenum">
              <a:t>6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1D042C49-947C-D4EA-0C69-60CE2D41B0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CC1F685C-7326-803C-9F6C-AF2DD6AC01D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910349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0DDF5-788E-E50E-4416-7818E2180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9C1EFE1E-F90D-D950-2FA6-AE68AEF34AEB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2984B9-6F2F-4C86-B20B-5DD78842F902}" type="slidenum">
              <a:t>7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6B8B5916-03F2-E079-CF92-31DD082B1E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E521245B-8B2E-666E-9DC9-BD2918C1E00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08042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D0692-D582-2F05-E6E1-75FA21AC24A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260472" y="928692"/>
            <a:ext cx="7559673" cy="1973266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A65ABE-6A03-70D0-92EB-5A2627253F1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60472" y="2978145"/>
            <a:ext cx="7559673" cy="1370008"/>
          </a:xfrm>
        </p:spPr>
        <p:txBody>
          <a:bodyPr anchorCtr="1"/>
          <a:lstStyle>
            <a:lvl1pPr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E0434-2803-A8B0-2A4C-E14985E97AC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FD409C-70C5-4D19-8F5C-953B5C43B16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97A69B3-CB82-48A4-85DC-DB28B576C7D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388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A4DFA-56A8-A429-BB0A-03AB366B05B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2BE78-A7A5-C53C-79E0-E0BB6D972370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46AE2-6A71-CC5C-B3C1-FCA0FBEF6FA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AF5F15-9115-F38D-A2D2-CF33FB413F3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98D6634-5E44-4BFE-8C0C-4E32CDC28DD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984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28E96-9306-2AC7-5D59-0057A8D5CE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7391" y="1414467"/>
            <a:ext cx="8694736" cy="2357432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E694A1-89C8-2383-E71D-F09DBA6B5D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7391" y="3794129"/>
            <a:ext cx="8694736" cy="1241426"/>
          </a:xfrm>
        </p:spPr>
        <p:txBody>
          <a:bodyPr/>
          <a:lstStyle>
            <a:lvl1pPr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FC8C6-B589-8D28-762B-4BD12F167A3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8442E9-6C1D-5BBE-6FF0-341BB8B564B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CC6EC41-B1FB-40ED-B3CA-EAEEB8A0FC5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711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A79AD-E879-2C21-6EBF-730FB99BA61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8CDDF-F509-BA6C-0D60-820167E81C0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03240" y="1463670"/>
            <a:ext cx="4459291" cy="41148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A8C37E-72B9-2BA7-CC06-6E3A8C1C6E1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5114925" y="1463670"/>
            <a:ext cx="4460872" cy="41148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CC2506-4356-DC3E-1033-D9EE85C8D52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694D4-A99E-4BCB-FF32-D559DECE357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E093AF5-B7C8-49F7-AD50-244FB35223D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078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82374-F860-FD29-0BE6-18E521D52B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01623"/>
            <a:ext cx="8694736" cy="10969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56535-6240-CB08-A4C7-AAC4E7827D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3736" y="1390646"/>
            <a:ext cx="4265611" cy="681035"/>
          </a:xfrm>
        </p:spPr>
        <p:txBody>
          <a:bodyPr anchor="b"/>
          <a:lstStyle>
            <a:lvl1pPr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018BF4-C6D5-3F0E-5241-F5989C0471B0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93736" y="2071692"/>
            <a:ext cx="4265611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9CCF9B-2DE2-4FF3-9605-4244221185CD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5103815" y="1390646"/>
            <a:ext cx="4284658" cy="681035"/>
          </a:xfrm>
        </p:spPr>
        <p:txBody>
          <a:bodyPr anchor="b"/>
          <a:lstStyle>
            <a:lvl1pPr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465416-4190-CC53-106F-80A968E61045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5103815" y="2071692"/>
            <a:ext cx="4284658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58252A-B0CA-5927-4128-285E93AEDC9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5E75EB1-8997-93A4-1BBA-8409A0EC66A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EF0F5E4-7714-48B3-BC87-5ED985E3193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683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71549-F8A8-5860-C55E-5BE6DC7BAF2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5A75F9-A035-C691-CA77-7C3B65DD0A1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611A37-B070-519D-D972-53B4F8CC6B2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AD336F7-0458-41A4-BD70-F426082592B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182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229E8A-EC55-27B8-683B-4B39300CC6E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D67047-A896-27F8-6BBF-F15CBDC55EE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4A031C5-4224-4C08-8D79-4AE8468A35F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43039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73C84-D9D0-1C5D-649A-F0529D55DE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F807D-2442-BBD9-BE44-2AA7E8FB151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0CA880-3D79-6C1D-FE7A-DE9AD82F09C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6E0A4F-C16D-9447-6361-BBB53B537D1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2591E-EF53-1E1F-7FB0-A19AB4AC379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7DB112C-0D5A-4A56-B951-2E51CB20551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575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E3E0C-4CC1-6057-DF6D-E828D84F59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5128CD-E2BA-5690-0DF6-850E550BE658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buNone/>
              <a:defRPr lang="en-IN" sz="3200"/>
            </a:lvl1pPr>
          </a:lstStyle>
          <a:p>
            <a:pPr lvl="0"/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39B6B-1901-21B3-B270-AB0F1F74AF28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3E415-B17E-9D9C-D4F3-40A416C9CFA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8ACDB-ACB6-526E-A4EC-32CBEA49FB2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514BC18-A0FC-4D3C-9995-2BDDD279168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897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84B9-F1B1-453F-D79E-23E4B256B74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A28298-4D3C-40F2-CBD5-34B5E758A62B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FB841-11AE-DB00-E2AB-C02353997CA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CE52C-1D19-1480-38D3-95A8C888951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5CD21F2-7F5F-4479-A848-31E033094BF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494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3F86DA-83E6-5622-0B7A-359E73E162E9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7308854" y="801691"/>
            <a:ext cx="2266953" cy="4776789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72B167-181F-FB00-68BD-BA58A15B2EB4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503240" y="801691"/>
            <a:ext cx="6653210" cy="477678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0E4E7-BBE7-BEB9-D85F-E19340A549C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290E01-4B5B-E885-AFB5-30696B386D0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C1DBD68-169B-4B72-8FFE-DAD6733BBA8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2571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9DCE4-9602-1954-C57E-A51213F0C30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260472" y="928692"/>
            <a:ext cx="7559673" cy="1973266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46605A-0FB7-6269-A6C6-72CB20FB645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60472" y="2978145"/>
            <a:ext cx="7559673" cy="1370008"/>
          </a:xfrm>
        </p:spPr>
        <p:txBody>
          <a:bodyPr anchorCtr="1"/>
          <a:lstStyle>
            <a:lvl1pPr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1143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3FA53-C44E-B783-0358-79C31043AF5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3E10F-836F-1B6D-FAB8-C192278D0E38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2988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393E9-7C0A-63E7-A4FC-50276A0AC6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7391" y="1414467"/>
            <a:ext cx="8694736" cy="2357432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7B763B-80A2-CC1E-8D09-EDE7E8E8C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7391" y="3794129"/>
            <a:ext cx="8694736" cy="1241426"/>
          </a:xfrm>
        </p:spPr>
        <p:txBody>
          <a:bodyPr/>
          <a:lstStyle>
            <a:lvl1pPr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38646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249C7-3275-D0A1-08AC-D51EA6185C5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C57F8-E6BD-AD05-AB5F-60A868B9B64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03240" y="4022729"/>
            <a:ext cx="4459291" cy="153352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8E6BAE-169E-0E0A-99E6-1ED153E461C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5114925" y="4022729"/>
            <a:ext cx="4460872" cy="153352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5075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69007-141D-A4D5-CED8-FBF2E88406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01623"/>
            <a:ext cx="8694736" cy="10969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B96B6F-6CCB-399E-3B9F-A5B7F5DC66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3736" y="1390646"/>
            <a:ext cx="4265611" cy="681035"/>
          </a:xfrm>
        </p:spPr>
        <p:txBody>
          <a:bodyPr anchor="b"/>
          <a:lstStyle>
            <a:lvl1pPr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2E011-684B-7427-F1D5-CDF35EC84123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93736" y="2071692"/>
            <a:ext cx="4265611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37C219-7646-F80C-0E91-D773877F541B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5103815" y="1390646"/>
            <a:ext cx="4284658" cy="681035"/>
          </a:xfrm>
        </p:spPr>
        <p:txBody>
          <a:bodyPr anchor="b"/>
          <a:lstStyle>
            <a:lvl1pPr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66E523-9128-5C6B-A578-F094D92BE439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5103815" y="2071692"/>
            <a:ext cx="4284658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2439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7979D-B5EA-4ABF-DAB9-3CE486FFCEA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437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4518129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1022D-E63C-ADED-BF8F-47B1E6FD3F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9D4CE-DF31-48F6-09ED-660365C5235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1601D2-8616-B8DC-31CF-4CDC9D06CFD0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995932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ECF0F-ACEF-9614-532D-A0784F8383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9778C2-90E2-E62F-D3D1-38E6DCC0DE1D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buNone/>
              <a:defRPr lang="en-IN" sz="3200"/>
            </a:lvl1pPr>
          </a:lstStyle>
          <a:p>
            <a:pPr lvl="0"/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85742C-90C0-1A3D-93BD-B6E2DC8ED2C6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776498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B44A5-B15B-07D7-570C-38386DAC66E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032055-F634-6506-5F2B-147E9D7FC33F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2405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CFB7CD-6551-E97F-0F07-664C45C0186B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7327901" y="2339977"/>
            <a:ext cx="2273298" cy="3216273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AC74AF-EF8C-6967-3381-733C15F9BFE8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503240" y="2339977"/>
            <a:ext cx="6672257" cy="3216273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0118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sv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A9C5BE-15A1-8A06-FB39-381A4CAB9D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8" y="802084"/>
            <a:ext cx="9071643" cy="47807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/>
            <a:r>
              <a:rPr lang="en-US"/>
              <a:t>Click to edit the title text format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3EA96-B93F-6BC0-9C73-78C4192D67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8" y="1463040"/>
            <a:ext cx="9071643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lvl="0"/>
            <a:r>
              <a:rPr lang="en-US"/>
              <a:t>Click to edit the outline text format</a:t>
            </a:r>
          </a:p>
          <a:p>
            <a:pPr lvl="1"/>
            <a:r>
              <a:rPr lang="en-US"/>
              <a:t>Second Outline Level</a:t>
            </a:r>
          </a:p>
          <a:p>
            <a:pPr lvl="2"/>
            <a:r>
              <a:rPr lang="en-US"/>
              <a:t>Third Outline Level</a:t>
            </a:r>
          </a:p>
          <a:p>
            <a:pPr lvl="3"/>
            <a:r>
              <a:rPr lang="en-US"/>
              <a:t>Fourth Outline Level</a:t>
            </a:r>
          </a:p>
          <a:p>
            <a:pPr lvl="4"/>
            <a:r>
              <a:rPr lang="en-US"/>
              <a:t>Fifth Outline Level</a:t>
            </a:r>
          </a:p>
          <a:p>
            <a:pPr lvl="5"/>
            <a:r>
              <a:rPr lang="en-US"/>
              <a:t>Sixth Outline Level</a:t>
            </a:r>
          </a:p>
          <a:p>
            <a:pPr lvl="6"/>
            <a:r>
              <a:rPr lang="en-US"/>
              <a:t>Seventh Outline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68095-6E50-1BA7-8BD4-5BE018B4CFBB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797680" y="0"/>
            <a:ext cx="1188720" cy="3906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9F1455-F14E-6A5E-6F2C-20FB7DE2E52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334640" y="0"/>
            <a:ext cx="1280160" cy="3906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defRPr>
            </a:lvl1pPr>
          </a:lstStyle>
          <a:p>
            <a:pPr lvl="0"/>
            <a:fld id="{BAAFB518-8F45-40CF-958A-A644436AFACC}" type="slidenum">
              <a:t>‹#›</a:t>
            </a:fld>
            <a:endParaRPr lang="en-US"/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64307DBA-4F74-FA31-04EE-2FF85A055EE1}"/>
              </a:ext>
            </a:extLst>
          </p:cNvPr>
          <p:cNvSpPr/>
          <p:nvPr/>
        </p:nvSpPr>
        <p:spPr>
          <a:xfrm>
            <a:off x="0" y="731520"/>
            <a:ext cx="10079998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36722" cap="flat">
            <a:solidFill>
              <a:srgbClr val="0073C0"/>
            </a:solidFill>
            <a:prstDash val="solid"/>
            <a:miter/>
          </a:ln>
        </p:spPr>
        <p:txBody>
          <a:bodyPr vert="horz" wrap="square" lIns="18361" tIns="18361" rIns="18361" bIns="18361" anchor="ctr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FA6A9D4-19A3-F0C0-A096-07301A440B9D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alphaModFix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>
          <a:xfrm>
            <a:off x="503998" y="91440"/>
            <a:ext cx="3513956" cy="58824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62FB32D1-2C4D-3477-3C58-EBF11C522819}"/>
              </a:ext>
            </a:extLst>
          </p:cNvPr>
          <p:cNvSpPr/>
          <p:nvPr/>
        </p:nvSpPr>
        <p:spPr>
          <a:xfrm>
            <a:off x="8706240" y="0"/>
            <a:ext cx="0" cy="1828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18361" cap="flat">
            <a:solidFill>
              <a:srgbClr val="0073C0"/>
            </a:solidFill>
            <a:prstDash val="solid"/>
            <a:miter/>
          </a:ln>
        </p:spPr>
        <p:txBody>
          <a:bodyPr vert="horz" wrap="square" lIns="9363" tIns="9363" rIns="9363" bIns="9363" anchor="ctr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28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oboto:frac=1&amp;smcp" pitchFamily="2"/>
          <a:ea typeface="DejaVu Sans" pitchFamily="2"/>
          <a:cs typeface="FreeSans" pitchFamily="2"/>
        </a:defRPr>
      </a:lvl1pPr>
    </p:titleStyle>
    <p:bodyStyle>
      <a:lvl1pPr marL="0" marR="0" lvl="0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Clr>
          <a:srgbClr val="0073C0"/>
        </a:buClr>
        <a:buSzPct val="75000"/>
        <a:buFont typeface="OpenSymbol"/>
        <a:buChar char="❖"/>
        <a:tabLst/>
        <a:defRPr lang="en-US" sz="20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1pPr>
      <a:lvl2pPr marL="0" marR="0" lvl="1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Clr>
          <a:srgbClr val="0073C0"/>
        </a:buClr>
        <a:buSzPct val="75000"/>
        <a:buFont typeface="OpenSymbol"/>
        <a:buChar char="➢"/>
        <a:tabLst/>
        <a:defRPr lang="en-US" sz="20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2pPr>
      <a:lvl3pPr marL="0" marR="0" lvl="2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Clr>
          <a:srgbClr val="0073C0"/>
        </a:buClr>
        <a:buSzPct val="75000"/>
        <a:buFont typeface="OpenSymbol"/>
        <a:buChar char="➢"/>
        <a:tabLst/>
        <a:defRPr lang="en-US" sz="20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3pPr>
      <a:lvl4pPr marL="0" marR="0" lvl="3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Clr>
          <a:srgbClr val="0073C0"/>
        </a:buClr>
        <a:buSzPct val="75000"/>
        <a:buFont typeface="OpenSymbol"/>
        <a:buChar char="➢"/>
        <a:tabLst/>
        <a:defRPr lang="en-US" sz="20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4pPr>
      <a:lvl5pPr marL="0" marR="0" lvl="4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Clr>
          <a:srgbClr val="0073C0"/>
        </a:buClr>
        <a:buSzPct val="75000"/>
        <a:buFont typeface="OpenSymbol"/>
        <a:buChar char="➢"/>
        <a:tabLst/>
        <a:defRPr lang="en-US" sz="20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5pPr>
      <a:lvl6pPr marL="0" marR="0" lvl="5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Clr>
          <a:srgbClr val="0073C0"/>
        </a:buClr>
        <a:buSzPct val="75000"/>
        <a:buFont typeface="OpenSymbol"/>
        <a:buChar char="➢"/>
        <a:tabLst/>
        <a:defRPr lang="en-US" sz="20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6pPr>
      <a:lvl7pPr marL="0" marR="0" lvl="6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Clr>
          <a:srgbClr val="0073C0"/>
        </a:buClr>
        <a:buSzPct val="75000"/>
        <a:buFont typeface="OpenSymbol"/>
        <a:buChar char="➢"/>
        <a:tabLst/>
        <a:defRPr lang="en-US" sz="20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5EB0B3B-C01D-A82C-1F7D-9D81A90A1F53}"/>
              </a:ext>
            </a:extLst>
          </p:cNvPr>
          <p:cNvSpPr/>
          <p:nvPr/>
        </p:nvSpPr>
        <p:spPr>
          <a:xfrm>
            <a:off x="0" y="3931920"/>
            <a:ext cx="10079998" cy="1738082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0073C0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FFFFFF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EF252B72-CDAB-D5D4-2366-A1D74C024C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9556" y="2339638"/>
            <a:ext cx="9071643" cy="94644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/>
            <a:r>
              <a:rPr lang="en-US"/>
              <a:t>Click to edit the title text format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2A4895-697C-5E7C-50FB-280A5EAC6B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8" y="4023360"/>
            <a:ext cx="9071643" cy="153251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lvl="0"/>
            <a:r>
              <a:rPr lang="en-US"/>
              <a:t>Click to edit the outline text format</a:t>
            </a:r>
          </a:p>
          <a:p>
            <a:pPr lvl="1"/>
            <a:r>
              <a:rPr lang="en-US"/>
              <a:t>Second Outline Level</a:t>
            </a:r>
          </a:p>
          <a:p>
            <a:pPr lvl="2"/>
            <a:r>
              <a:rPr lang="en-US"/>
              <a:t>Third Outline Level</a:t>
            </a:r>
          </a:p>
          <a:p>
            <a:pPr lvl="3"/>
            <a:r>
              <a:rPr lang="en-US"/>
              <a:t>Fourth Outline Level</a:t>
            </a:r>
          </a:p>
          <a:p>
            <a:pPr lvl="4"/>
            <a:r>
              <a:rPr lang="en-US"/>
              <a:t>Fifth Outline Level</a:t>
            </a:r>
          </a:p>
          <a:p>
            <a:pPr lvl="5"/>
            <a:r>
              <a:rPr lang="en-US"/>
              <a:t>Sixth Outline Level</a:t>
            </a:r>
          </a:p>
          <a:p>
            <a:pPr lvl="6"/>
            <a:r>
              <a:rPr lang="en-US"/>
              <a:t>Seventh Outline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7B6CFBD-8A93-9A7F-34EF-3EC0F7741EF0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alphaModFix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>
          <a:xfrm>
            <a:off x="486716" y="506156"/>
            <a:ext cx="9106921" cy="1524597"/>
          </a:xfrm>
          <a:prstGeom prst="rect">
            <a:avLst/>
          </a:prstGeom>
          <a:noFill/>
          <a:ln cap="flat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0" marR="0" lvl="0" indent="0" algn="l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28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oboto:frac=1&amp;smcp" pitchFamily="2"/>
          <a:ea typeface="DejaVu Sans" pitchFamily="2"/>
          <a:cs typeface="FreeSans" pitchFamily="2"/>
        </a:defRPr>
      </a:lvl1pPr>
    </p:titleStyle>
    <p:bodyStyle>
      <a:lvl1pPr marL="0" marR="0" lvl="0" indent="0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SzPct val="45000"/>
        <a:buFont typeface="StarSymbol"/>
        <a:buChar char="●"/>
        <a:tabLst/>
        <a:defRPr lang="en-US" sz="2000" b="0" i="0" u="none" strike="noStrike" kern="1200" cap="none" spc="0" baseline="0">
          <a:solidFill>
            <a:srgbClr val="FFFFFF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1pPr>
      <a:lvl2pPr marL="0" marR="0" lvl="1" indent="0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SzPct val="75000"/>
        <a:buFont typeface="StarSymbol"/>
        <a:buChar char="–"/>
        <a:tabLst/>
        <a:defRPr lang="en-US" sz="2000" b="0" i="0" u="none" strike="noStrike" kern="1200" cap="none" spc="0" baseline="0">
          <a:solidFill>
            <a:srgbClr val="FFFFFF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2pPr>
      <a:lvl3pPr marL="0" marR="0" lvl="2" indent="0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SzPct val="45000"/>
        <a:buFont typeface="StarSymbol"/>
        <a:buChar char="●"/>
        <a:tabLst/>
        <a:defRPr lang="en-US" sz="2000" b="0" i="0" u="none" strike="noStrike" kern="1200" cap="none" spc="0" baseline="0">
          <a:solidFill>
            <a:srgbClr val="FFFFFF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3pPr>
      <a:lvl4pPr marL="0" marR="0" lvl="3" indent="0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SzPct val="75000"/>
        <a:buFont typeface="StarSymbol"/>
        <a:buChar char="–"/>
        <a:tabLst/>
        <a:defRPr lang="en-US" sz="2000" b="0" i="0" u="none" strike="noStrike" kern="1200" cap="none" spc="0" baseline="0">
          <a:solidFill>
            <a:srgbClr val="FFFFFF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4pPr>
      <a:lvl5pPr marL="0" marR="0" lvl="4" indent="0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SzPct val="45000"/>
        <a:buFont typeface="StarSymbol"/>
        <a:buChar char="●"/>
        <a:tabLst/>
        <a:defRPr lang="en-US" sz="2000" b="0" i="0" u="none" strike="noStrike" kern="1200" cap="none" spc="0" baseline="0">
          <a:solidFill>
            <a:srgbClr val="FFFFFF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5pPr>
      <a:lvl6pPr marL="0" marR="0" lvl="5" indent="0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SzPct val="45000"/>
        <a:buFont typeface="StarSymbol"/>
        <a:buChar char="●"/>
        <a:tabLst/>
        <a:defRPr lang="en-US" sz="2000" b="0" i="0" u="none" strike="noStrike" kern="1200" cap="none" spc="0" baseline="0">
          <a:solidFill>
            <a:srgbClr val="FFFFFF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6pPr>
      <a:lvl7pPr marL="0" marR="0" lvl="6" indent="0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SzPct val="45000"/>
        <a:buFont typeface="StarSymbol"/>
        <a:buChar char="●"/>
        <a:tabLst/>
        <a:defRPr lang="en-US" sz="2000" b="0" i="0" u="none" strike="noStrike" kern="1200" cap="none" spc="0" baseline="0">
          <a:solidFill>
            <a:srgbClr val="FFFFFF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CA48A-D3AD-42F0-2E0B-D8E87F50A89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29556" y="2381971"/>
            <a:ext cx="9071643" cy="861774"/>
          </a:xfrm>
        </p:spPr>
        <p:txBody>
          <a:bodyPr>
            <a:spAutoFit/>
          </a:bodyPr>
          <a:lstStyle/>
          <a:p>
            <a:r>
              <a:rPr lang="en-GB" dirty="0"/>
              <a:t>Semantic Retrieval of ICS Security Requirements from BSI and NIST Standards</a:t>
            </a:r>
            <a:endParaRPr lang="en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7967A8-AC6D-B826-7E5E-3720664F84A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/>
        <p:txBody>
          <a:bodyPr anchor="ctr" anchorCtr="1"/>
          <a:lstStyle/>
          <a:p>
            <a:pPr>
              <a:buNone/>
            </a:pPr>
            <a:r>
              <a:rPr lang="en-GB" dirty="0"/>
              <a:t>Dipan Banerjee</a:t>
            </a:r>
            <a:endParaRPr lang="en-D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CEC97-7435-7714-0F86-3A0CA2695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3AA9EF-35AA-9A81-47BB-5F855F681398}"/>
              </a:ext>
            </a:extLst>
          </p:cNvPr>
          <p:cNvSpPr txBox="1"/>
          <p:nvPr/>
        </p:nvSpPr>
        <p:spPr>
          <a:xfrm>
            <a:off x="8797680" y="0"/>
            <a:ext cx="118872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 dirty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A05E84-F570-D6CE-B825-3D9A9620C8BF}"/>
              </a:ext>
            </a:extLst>
          </p:cNvPr>
          <p:cNvSpPr txBox="1"/>
          <p:nvPr/>
        </p:nvSpPr>
        <p:spPr>
          <a:xfrm>
            <a:off x="7334640" y="0"/>
            <a:ext cx="128016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E179EF-63DE-4C02-937F-012871C394FB}" type="slidenum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2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1CBBD4E-C9AB-0A92-8D16-81E214AC646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70034" y="1016876"/>
            <a:ext cx="8905607" cy="263283"/>
          </a:xfrm>
        </p:spPr>
        <p:txBody>
          <a:bodyPr/>
          <a:lstStyle/>
          <a:p>
            <a:r>
              <a:rPr lang="en-GB" dirty="0"/>
              <a:t>Recap</a:t>
            </a:r>
            <a:br>
              <a:rPr lang="en-GB" dirty="0"/>
            </a:br>
            <a:endParaRPr lang="en-D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E8321C6-01B3-FE08-D76D-9321680199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9727" y="1148517"/>
            <a:ext cx="6345073" cy="42300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74528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81B66-FBD2-BAE7-77CF-7B17536C9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F34FBC-4573-A0F3-DA61-54D3670DF62B}"/>
              </a:ext>
            </a:extLst>
          </p:cNvPr>
          <p:cNvSpPr txBox="1"/>
          <p:nvPr/>
        </p:nvSpPr>
        <p:spPr>
          <a:xfrm>
            <a:off x="8797680" y="0"/>
            <a:ext cx="118872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 dirty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B31D9C-417B-8812-408C-98FC2717DB86}"/>
              </a:ext>
            </a:extLst>
          </p:cNvPr>
          <p:cNvSpPr txBox="1"/>
          <p:nvPr/>
        </p:nvSpPr>
        <p:spPr>
          <a:xfrm>
            <a:off x="7334640" y="0"/>
            <a:ext cx="128016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E179EF-63DE-4C02-937F-012871C394FB}" type="slidenum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3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E275193-F32D-CEC0-5548-883B199717F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GB" dirty="0" err="1"/>
              <a:t>Streamlit</a:t>
            </a:r>
            <a:r>
              <a:rPr lang="en-GB" dirty="0"/>
              <a:t> App </a:t>
            </a:r>
            <a:endParaRPr lang="en-D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6043CF-3C9E-E623-F1D1-88A0BD542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492" y="1483141"/>
            <a:ext cx="3994611" cy="17578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FEAFA1-5C9C-7035-8C74-D582AFAED0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6394" y="1341027"/>
            <a:ext cx="5292739" cy="18753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BF8BB3-C386-57CD-FACC-A3ED51AAA1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499" y="3332939"/>
            <a:ext cx="4093719" cy="11289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3848F0B-2AE8-A52E-4750-9AA9EFF897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6972" y="3332939"/>
            <a:ext cx="4998669" cy="17284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213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20773-05CC-06F4-0F65-3620F1C34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EF3CB6-1067-6B50-5E68-75C2FD877852}"/>
              </a:ext>
            </a:extLst>
          </p:cNvPr>
          <p:cNvSpPr txBox="1"/>
          <p:nvPr/>
        </p:nvSpPr>
        <p:spPr>
          <a:xfrm>
            <a:off x="8797680" y="0"/>
            <a:ext cx="118872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 dirty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461835-6345-AB7D-692D-6B077CACA7BE}"/>
              </a:ext>
            </a:extLst>
          </p:cNvPr>
          <p:cNvSpPr txBox="1"/>
          <p:nvPr/>
        </p:nvSpPr>
        <p:spPr>
          <a:xfrm>
            <a:off x="7334640" y="0"/>
            <a:ext cx="128016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E179EF-63DE-4C02-937F-012871C394FB}" type="slidenum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4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BEFCEB7-F20D-4526-65C5-56927101FF7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GB" dirty="0"/>
              <a:t>Improvement</a:t>
            </a:r>
            <a:endParaRPr lang="en-D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D8BBD6-2C75-38ED-C8E6-0C4BF4AB5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53" y="1172139"/>
            <a:ext cx="6293402" cy="23987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8DFB30E-5FC6-DB85-5EFB-00E6318876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774" y="3179698"/>
            <a:ext cx="1822806" cy="24908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FD2702-9A1D-66A8-02D4-7B72E47393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0324" y="1280159"/>
            <a:ext cx="2844362" cy="3186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067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57F4D-4E67-CD37-BFE9-356B827BE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for Human Evaluation</a:t>
            </a:r>
            <a:endParaRPr lang="en-DE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828BC3C-748A-A63C-D4BD-FA9D3D5D00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8956070"/>
              </p:ext>
            </p:extLst>
          </p:nvPr>
        </p:nvGraphicFramePr>
        <p:xfrm>
          <a:off x="503999" y="1463041"/>
          <a:ext cx="2562394" cy="22733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CC96ECF-A030-1FEC-371A-D8D0FF04C469}"/>
              </a:ext>
            </a:extLst>
          </p:cNvPr>
          <p:cNvSpPr txBox="1"/>
          <p:nvPr/>
        </p:nvSpPr>
        <p:spPr>
          <a:xfrm>
            <a:off x="4296103" y="1463041"/>
            <a:ext cx="50134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Students will be given some queries.</a:t>
            </a:r>
          </a:p>
          <a:p>
            <a:r>
              <a:rPr lang="en-GB" dirty="0"/>
              <a:t>Regarding every aspect like PLC, OT, </a:t>
            </a:r>
            <a:r>
              <a:rPr lang="en-GB"/>
              <a:t>Governance etc. 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399935-02F0-F54E-FD4B-4A8659085259}"/>
              </a:ext>
            </a:extLst>
          </p:cNvPr>
          <p:cNvSpPr txBox="1"/>
          <p:nvPr/>
        </p:nvSpPr>
        <p:spPr>
          <a:xfrm>
            <a:off x="4453759" y="2758966"/>
            <a:ext cx="493460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Students will check the generated output and compare it with multi LLM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Run the queries and see knowledge base to check whether it make sense or not.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Also check the similarity score to check and verify.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Google Form will be given with the necessary questions.</a:t>
            </a:r>
          </a:p>
          <a:p>
            <a:r>
              <a:rPr lang="en-GB" dirty="0"/>
              <a:t> 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690935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39879-EF76-82A7-292B-65753AA9A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892C21-EFB1-FF2D-A6F5-DBBD1DA78106}"/>
              </a:ext>
            </a:extLst>
          </p:cNvPr>
          <p:cNvSpPr txBox="1"/>
          <p:nvPr/>
        </p:nvSpPr>
        <p:spPr>
          <a:xfrm>
            <a:off x="7334640" y="0"/>
            <a:ext cx="128016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E179EF-63DE-4C02-937F-012871C394FB}" type="slidenum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6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FC3BA6-BB8B-CE31-389A-AC4BBDA032F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GB" dirty="0"/>
              <a:t>Topics of Discussion</a:t>
            </a:r>
            <a:endParaRPr lang="en-DE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7655230-269E-0433-0C95-23A91D69840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78372" y="1505606"/>
            <a:ext cx="8600090" cy="3362859"/>
          </a:xfrm>
        </p:spPr>
        <p:txBody>
          <a:bodyPr/>
          <a:lstStyle/>
          <a:p>
            <a:pPr marL="342900" lvl="2" indent="-342900"/>
            <a:r>
              <a:rPr lang="en-GB" i="1" dirty="0"/>
              <a:t>How will the students know about which role does the query gives in order to check for them?</a:t>
            </a:r>
          </a:p>
          <a:p>
            <a:pPr marL="342900" lvl="2" indent="-342900"/>
            <a:r>
              <a:rPr lang="en-GB" i="1" dirty="0"/>
              <a:t>How many queries will be suitable for my thesis?</a:t>
            </a:r>
          </a:p>
          <a:p>
            <a:pPr lvl="2">
              <a:buNone/>
            </a:pPr>
            <a:endParaRPr lang="en-GB" i="1" dirty="0"/>
          </a:p>
          <a:p>
            <a:pPr marL="342900" lvl="2" indent="-342900"/>
            <a:endParaRPr lang="en-GB" i="1" dirty="0"/>
          </a:p>
          <a:p>
            <a:pPr lvl="2">
              <a:buNone/>
            </a:pP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2532464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6DEA3-BF01-05CC-3A61-60A0543CE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2623E5-2026-D8D9-0A75-8F7AD54E4458}"/>
              </a:ext>
            </a:extLst>
          </p:cNvPr>
          <p:cNvSpPr txBox="1"/>
          <p:nvPr/>
        </p:nvSpPr>
        <p:spPr>
          <a:xfrm>
            <a:off x="7334640" y="0"/>
            <a:ext cx="128016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E179EF-63DE-4C02-937F-012871C394FB}" type="slidenum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7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ED28DCE-74FC-78C7-0B34-0F95DD813E7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22737" y="2561896"/>
            <a:ext cx="8600090" cy="1746893"/>
          </a:xfrm>
        </p:spPr>
        <p:txBody>
          <a:bodyPr/>
          <a:lstStyle/>
          <a:p>
            <a:pPr lvl="2" algn="ctr">
              <a:buNone/>
            </a:pPr>
            <a:r>
              <a:rPr lang="en-GB" i="1" dirty="0"/>
              <a:t>Thank you</a:t>
            </a:r>
            <a:endParaRPr lang="en-DE" i="1" dirty="0"/>
          </a:p>
        </p:txBody>
      </p:sp>
    </p:spTree>
    <p:extLst>
      <p:ext uri="{BB962C8B-B14F-4D97-AF65-F5344CB8AC3E}">
        <p14:creationId xmlns:p14="http://schemas.microsoft.com/office/powerpoint/2010/main" val="2340039046"/>
      </p:ext>
    </p:extLst>
  </p:cSld>
  <p:clrMapOvr>
    <a:masterClrMapping/>
  </p:clrMapOvr>
</p:sld>
</file>

<file path=ppt/theme/theme1.xml><?xml version="1.0" encoding="utf-8"?>
<a:theme xmlns:a="http://schemas.openxmlformats.org/drawingml/2006/main" name="Inha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elfoli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</Words>
  <Application>Microsoft Office PowerPoint</Application>
  <PresentationFormat>Custom</PresentationFormat>
  <Paragraphs>36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Arial</vt:lpstr>
      <vt:lpstr>Calibri</vt:lpstr>
      <vt:lpstr>Liberation Sans</vt:lpstr>
      <vt:lpstr>Liberation Serif</vt:lpstr>
      <vt:lpstr>OpenSymbol</vt:lpstr>
      <vt:lpstr>Roboto</vt:lpstr>
      <vt:lpstr>Roboto:frac=1&amp;smcp</vt:lpstr>
      <vt:lpstr>StarSymbol</vt:lpstr>
      <vt:lpstr>Inhalt</vt:lpstr>
      <vt:lpstr>Titelfolie</vt:lpstr>
      <vt:lpstr>Semantic Retrieval of ICS Security Requirements from BSI and NIST Standards</vt:lpstr>
      <vt:lpstr>Recap </vt:lpstr>
      <vt:lpstr>Streamlit App </vt:lpstr>
      <vt:lpstr>Improvement</vt:lpstr>
      <vt:lpstr>Task for Human Evaluation</vt:lpstr>
      <vt:lpstr>Topics of Discussion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dipan banerjee</dc:creator>
  <cp:lastModifiedBy>Dipan Banerjee</cp:lastModifiedBy>
  <cp:revision>31</cp:revision>
  <dcterms:created xsi:type="dcterms:W3CDTF">2019-10-29T10:44:45Z</dcterms:created>
  <dcterms:modified xsi:type="dcterms:W3CDTF">2026-05-21T12:51:55Z</dcterms:modified>
</cp:coreProperties>
</file>