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handoutMasterIdLst>
    <p:handoutMasterId r:id="rId13"/>
  </p:handoutMasterIdLst>
  <p:sldIdLst>
    <p:sldId id="256" r:id="rId3"/>
    <p:sldId id="293" r:id="rId4"/>
    <p:sldId id="283" r:id="rId5"/>
    <p:sldId id="294" r:id="rId6"/>
    <p:sldId id="289" r:id="rId7"/>
    <p:sldId id="295" r:id="rId8"/>
    <p:sldId id="288" r:id="rId9"/>
    <p:sldId id="287" r:id="rId10"/>
    <p:sldId id="280" r:id="rId11"/>
  </p:sldIdLst>
  <p:sldSz cx="10080625" cy="5670550"/>
  <p:notesSz cx="7772400" cy="100584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94660"/>
  </p:normalViewPr>
  <p:slideViewPr>
    <p:cSldViewPr snapToGrid="0">
      <p:cViewPr varScale="1">
        <p:scale>
          <a:sx n="97" d="100"/>
          <a:sy n="97" d="100"/>
        </p:scale>
        <p:origin x="73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164EE8-2182-4234-9DCF-66AD2420E9A9}" type="doc">
      <dgm:prSet loTypeId="urn:microsoft.com/office/officeart/2005/8/layout/list1" loCatId="list" qsTypeId="urn:microsoft.com/office/officeart/2005/8/quickstyle/simple2" qsCatId="simple" csTypeId="urn:microsoft.com/office/officeart/2005/8/colors/colorful2" csCatId="colorful" phldr="1"/>
      <dgm:spPr/>
      <dgm:t>
        <a:bodyPr/>
        <a:lstStyle/>
        <a:p>
          <a:endParaRPr lang="en-DE"/>
        </a:p>
      </dgm:t>
    </dgm:pt>
    <dgm:pt modelId="{E1139539-28EB-4D0E-89A0-CE2B2B7A3218}">
      <dgm:prSet phldrT="[Text]" phldr="0"/>
      <dgm:spPr/>
      <dgm:t>
        <a:bodyPr/>
        <a:lstStyle/>
        <a:p>
          <a:r>
            <a:rPr lang="en-GB" dirty="0"/>
            <a:t>Students will access whether the semantic retrieval is relevant or not</a:t>
          </a:r>
          <a:endParaRPr lang="en-DE" dirty="0"/>
        </a:p>
      </dgm:t>
    </dgm:pt>
    <dgm:pt modelId="{53CD9C37-A151-4A5E-83B4-7D278651B9D6}" type="parTrans" cxnId="{A6D1FC04-7426-4EC6-B2BD-C013ECC58A77}">
      <dgm:prSet/>
      <dgm:spPr/>
      <dgm:t>
        <a:bodyPr/>
        <a:lstStyle/>
        <a:p>
          <a:endParaRPr lang="en-DE"/>
        </a:p>
      </dgm:t>
    </dgm:pt>
    <dgm:pt modelId="{A13FAB95-87E1-4690-B9D8-C6A31D5ACEF4}" type="sibTrans" cxnId="{A6D1FC04-7426-4EC6-B2BD-C013ECC58A77}">
      <dgm:prSet/>
      <dgm:spPr/>
      <dgm:t>
        <a:bodyPr/>
        <a:lstStyle/>
        <a:p>
          <a:endParaRPr lang="en-DE"/>
        </a:p>
      </dgm:t>
    </dgm:pt>
    <dgm:pt modelId="{85547B1F-9A1E-4BB4-AED0-18E3E3DFA0D7}">
      <dgm:prSet phldrT="[Text]" phldr="0"/>
      <dgm:spPr/>
      <dgm:t>
        <a:bodyPr/>
        <a:lstStyle/>
        <a:p>
          <a:r>
            <a:rPr lang="en-GB" dirty="0"/>
            <a:t>Semantic meanings are relevant or not</a:t>
          </a:r>
          <a:endParaRPr lang="en-DE" dirty="0"/>
        </a:p>
      </dgm:t>
    </dgm:pt>
    <dgm:pt modelId="{62B9B506-C76D-46F1-B6B6-F04539CED0CD}" type="parTrans" cxnId="{9523C4C4-6869-40AA-9021-87B263492197}">
      <dgm:prSet/>
      <dgm:spPr/>
      <dgm:t>
        <a:bodyPr/>
        <a:lstStyle/>
        <a:p>
          <a:endParaRPr lang="en-DE"/>
        </a:p>
      </dgm:t>
    </dgm:pt>
    <dgm:pt modelId="{DBC8B047-1FC5-420F-90B7-46010A3E54F5}" type="sibTrans" cxnId="{9523C4C4-6869-40AA-9021-87B263492197}">
      <dgm:prSet/>
      <dgm:spPr/>
      <dgm:t>
        <a:bodyPr/>
        <a:lstStyle/>
        <a:p>
          <a:endParaRPr lang="en-DE"/>
        </a:p>
      </dgm:t>
    </dgm:pt>
    <dgm:pt modelId="{1231DCCC-6211-44A1-8212-5A44BD285C53}">
      <dgm:prSet phldrT="[Text]" phldr="0"/>
      <dgm:spPr/>
      <dgm:t>
        <a:bodyPr/>
        <a:lstStyle/>
        <a:p>
          <a:r>
            <a:rPr lang="en-GB" dirty="0"/>
            <a:t>Explanation is understandable and trustworthy or not</a:t>
          </a:r>
          <a:endParaRPr lang="en-DE" dirty="0"/>
        </a:p>
      </dgm:t>
    </dgm:pt>
    <dgm:pt modelId="{799A4A77-F2CA-4205-87F0-F334C147317C}" type="parTrans" cxnId="{8CA721FC-B66C-436B-9571-5E668390AD41}">
      <dgm:prSet/>
      <dgm:spPr/>
      <dgm:t>
        <a:bodyPr/>
        <a:lstStyle/>
        <a:p>
          <a:endParaRPr lang="en-DE"/>
        </a:p>
      </dgm:t>
    </dgm:pt>
    <dgm:pt modelId="{180001C3-D713-404C-8E6D-F8011372D381}" type="sibTrans" cxnId="{8CA721FC-B66C-436B-9571-5E668390AD41}">
      <dgm:prSet/>
      <dgm:spPr/>
      <dgm:t>
        <a:bodyPr/>
        <a:lstStyle/>
        <a:p>
          <a:endParaRPr lang="en-DE"/>
        </a:p>
      </dgm:t>
    </dgm:pt>
    <dgm:pt modelId="{9646A77B-022C-43F0-A732-C54A48B35BC3}">
      <dgm:prSet phldrT="[Text]" phldr="0"/>
      <dgm:spPr/>
      <dgm:t>
        <a:bodyPr/>
        <a:lstStyle/>
        <a:p>
          <a:r>
            <a:rPr lang="en-GB" dirty="0"/>
            <a:t>Which LLM provides better explanation.</a:t>
          </a:r>
          <a:endParaRPr lang="en-DE" dirty="0"/>
        </a:p>
      </dgm:t>
    </dgm:pt>
    <dgm:pt modelId="{8BA4E3AE-5A43-4199-80ED-2C289BAF1481}" type="parTrans" cxnId="{0A906E2F-E09C-496C-886E-65E9BC1B1274}">
      <dgm:prSet/>
      <dgm:spPr/>
      <dgm:t>
        <a:bodyPr/>
        <a:lstStyle/>
        <a:p>
          <a:endParaRPr lang="en-DE"/>
        </a:p>
      </dgm:t>
    </dgm:pt>
    <dgm:pt modelId="{B235A17B-54DD-497F-8BE7-6F29811D0BC7}" type="sibTrans" cxnId="{0A906E2F-E09C-496C-886E-65E9BC1B1274}">
      <dgm:prSet/>
      <dgm:spPr/>
      <dgm:t>
        <a:bodyPr/>
        <a:lstStyle/>
        <a:p>
          <a:endParaRPr lang="en-DE"/>
        </a:p>
      </dgm:t>
    </dgm:pt>
    <dgm:pt modelId="{0A16BD73-671F-4999-9284-D57D94895305}" type="pres">
      <dgm:prSet presAssocID="{76164EE8-2182-4234-9DCF-66AD2420E9A9}" presName="linear" presStyleCnt="0">
        <dgm:presLayoutVars>
          <dgm:dir/>
          <dgm:animLvl val="lvl"/>
          <dgm:resizeHandles val="exact"/>
        </dgm:presLayoutVars>
      </dgm:prSet>
      <dgm:spPr/>
    </dgm:pt>
    <dgm:pt modelId="{15BB68E1-98F2-4D35-B716-6F8DFC835603}" type="pres">
      <dgm:prSet presAssocID="{E1139539-28EB-4D0E-89A0-CE2B2B7A3218}" presName="parentLin" presStyleCnt="0"/>
      <dgm:spPr/>
    </dgm:pt>
    <dgm:pt modelId="{FE8F49A6-37A6-424D-939F-0D4D399176DA}" type="pres">
      <dgm:prSet presAssocID="{E1139539-28EB-4D0E-89A0-CE2B2B7A3218}" presName="parentLeftMargin" presStyleLbl="node1" presStyleIdx="0" presStyleCnt="4"/>
      <dgm:spPr/>
    </dgm:pt>
    <dgm:pt modelId="{06B467EB-99CE-415B-9855-C455CD7A6160}" type="pres">
      <dgm:prSet presAssocID="{E1139539-28EB-4D0E-89A0-CE2B2B7A3218}" presName="parentText" presStyleLbl="node1" presStyleIdx="0" presStyleCnt="4">
        <dgm:presLayoutVars>
          <dgm:chMax val="0"/>
          <dgm:bulletEnabled val="1"/>
        </dgm:presLayoutVars>
      </dgm:prSet>
      <dgm:spPr/>
    </dgm:pt>
    <dgm:pt modelId="{96B8F9AE-6183-461D-8BD7-9C545E71BC65}" type="pres">
      <dgm:prSet presAssocID="{E1139539-28EB-4D0E-89A0-CE2B2B7A3218}" presName="negativeSpace" presStyleCnt="0"/>
      <dgm:spPr/>
    </dgm:pt>
    <dgm:pt modelId="{E54A5008-E78C-4A43-8F63-E27A5DEAC4FE}" type="pres">
      <dgm:prSet presAssocID="{E1139539-28EB-4D0E-89A0-CE2B2B7A3218}" presName="childText" presStyleLbl="conFgAcc1" presStyleIdx="0" presStyleCnt="4">
        <dgm:presLayoutVars>
          <dgm:bulletEnabled val="1"/>
        </dgm:presLayoutVars>
      </dgm:prSet>
      <dgm:spPr/>
    </dgm:pt>
    <dgm:pt modelId="{847AFA1D-BC2B-422A-A6F8-298F93D649CB}" type="pres">
      <dgm:prSet presAssocID="{A13FAB95-87E1-4690-B9D8-C6A31D5ACEF4}" presName="spaceBetweenRectangles" presStyleCnt="0"/>
      <dgm:spPr/>
    </dgm:pt>
    <dgm:pt modelId="{7CE76261-D9CF-48BF-A107-AF00E758B1AF}" type="pres">
      <dgm:prSet presAssocID="{85547B1F-9A1E-4BB4-AED0-18E3E3DFA0D7}" presName="parentLin" presStyleCnt="0"/>
      <dgm:spPr/>
    </dgm:pt>
    <dgm:pt modelId="{FD071A29-AE4A-4FA3-8F6D-DFD02A5AF6A5}" type="pres">
      <dgm:prSet presAssocID="{85547B1F-9A1E-4BB4-AED0-18E3E3DFA0D7}" presName="parentLeftMargin" presStyleLbl="node1" presStyleIdx="0" presStyleCnt="4"/>
      <dgm:spPr/>
    </dgm:pt>
    <dgm:pt modelId="{B8E6745F-CC96-4991-B2B5-E64FEB9B094B}" type="pres">
      <dgm:prSet presAssocID="{85547B1F-9A1E-4BB4-AED0-18E3E3DFA0D7}" presName="parentText" presStyleLbl="node1" presStyleIdx="1" presStyleCnt="4">
        <dgm:presLayoutVars>
          <dgm:chMax val="0"/>
          <dgm:bulletEnabled val="1"/>
        </dgm:presLayoutVars>
      </dgm:prSet>
      <dgm:spPr/>
    </dgm:pt>
    <dgm:pt modelId="{75DF2BBC-4A9A-40EE-81EB-D1809F92C12E}" type="pres">
      <dgm:prSet presAssocID="{85547B1F-9A1E-4BB4-AED0-18E3E3DFA0D7}" presName="negativeSpace" presStyleCnt="0"/>
      <dgm:spPr/>
    </dgm:pt>
    <dgm:pt modelId="{3DBAFD6A-7E62-4F12-AC99-14801BDB735F}" type="pres">
      <dgm:prSet presAssocID="{85547B1F-9A1E-4BB4-AED0-18E3E3DFA0D7}" presName="childText" presStyleLbl="conFgAcc1" presStyleIdx="1" presStyleCnt="4">
        <dgm:presLayoutVars>
          <dgm:bulletEnabled val="1"/>
        </dgm:presLayoutVars>
      </dgm:prSet>
      <dgm:spPr/>
    </dgm:pt>
    <dgm:pt modelId="{29DB8DC2-C53B-4707-8E85-A4FB2D10B413}" type="pres">
      <dgm:prSet presAssocID="{DBC8B047-1FC5-420F-90B7-46010A3E54F5}" presName="spaceBetweenRectangles" presStyleCnt="0"/>
      <dgm:spPr/>
    </dgm:pt>
    <dgm:pt modelId="{F459F1B6-CF0A-44CF-BB0A-876AF77F865E}" type="pres">
      <dgm:prSet presAssocID="{1231DCCC-6211-44A1-8212-5A44BD285C53}" presName="parentLin" presStyleCnt="0"/>
      <dgm:spPr/>
    </dgm:pt>
    <dgm:pt modelId="{59C3344E-F0BC-412B-9089-0CBEE4CDA6A9}" type="pres">
      <dgm:prSet presAssocID="{1231DCCC-6211-44A1-8212-5A44BD285C53}" presName="parentLeftMargin" presStyleLbl="node1" presStyleIdx="1" presStyleCnt="4"/>
      <dgm:spPr/>
    </dgm:pt>
    <dgm:pt modelId="{AEE9BC3E-6BA5-4B34-9BB7-B48B81BF9590}" type="pres">
      <dgm:prSet presAssocID="{1231DCCC-6211-44A1-8212-5A44BD285C53}" presName="parentText" presStyleLbl="node1" presStyleIdx="2" presStyleCnt="4">
        <dgm:presLayoutVars>
          <dgm:chMax val="0"/>
          <dgm:bulletEnabled val="1"/>
        </dgm:presLayoutVars>
      </dgm:prSet>
      <dgm:spPr/>
    </dgm:pt>
    <dgm:pt modelId="{8D6BDD3C-2FB9-4213-8B66-AD0F6F4945D0}" type="pres">
      <dgm:prSet presAssocID="{1231DCCC-6211-44A1-8212-5A44BD285C53}" presName="negativeSpace" presStyleCnt="0"/>
      <dgm:spPr/>
    </dgm:pt>
    <dgm:pt modelId="{3B28CC21-A2F3-42EA-A4F5-2DE8C6CC89EA}" type="pres">
      <dgm:prSet presAssocID="{1231DCCC-6211-44A1-8212-5A44BD285C53}" presName="childText" presStyleLbl="conFgAcc1" presStyleIdx="2" presStyleCnt="4">
        <dgm:presLayoutVars>
          <dgm:bulletEnabled val="1"/>
        </dgm:presLayoutVars>
      </dgm:prSet>
      <dgm:spPr/>
    </dgm:pt>
    <dgm:pt modelId="{403469BB-6E35-4CF2-882E-508DBC997D78}" type="pres">
      <dgm:prSet presAssocID="{180001C3-D713-404C-8E6D-F8011372D381}" presName="spaceBetweenRectangles" presStyleCnt="0"/>
      <dgm:spPr/>
    </dgm:pt>
    <dgm:pt modelId="{441EAEB6-C076-4220-96F8-93411595DE98}" type="pres">
      <dgm:prSet presAssocID="{9646A77B-022C-43F0-A732-C54A48B35BC3}" presName="parentLin" presStyleCnt="0"/>
      <dgm:spPr/>
    </dgm:pt>
    <dgm:pt modelId="{D98321FB-7533-4DE7-9419-CFF794D43999}" type="pres">
      <dgm:prSet presAssocID="{9646A77B-022C-43F0-A732-C54A48B35BC3}" presName="parentLeftMargin" presStyleLbl="node1" presStyleIdx="2" presStyleCnt="4"/>
      <dgm:spPr/>
    </dgm:pt>
    <dgm:pt modelId="{B5D41909-55FD-430C-BEC7-00EDDC10F225}" type="pres">
      <dgm:prSet presAssocID="{9646A77B-022C-43F0-A732-C54A48B35BC3}" presName="parentText" presStyleLbl="node1" presStyleIdx="3" presStyleCnt="4">
        <dgm:presLayoutVars>
          <dgm:chMax val="0"/>
          <dgm:bulletEnabled val="1"/>
        </dgm:presLayoutVars>
      </dgm:prSet>
      <dgm:spPr/>
    </dgm:pt>
    <dgm:pt modelId="{F336089E-5C01-475C-AA5B-9F2B8C0A719D}" type="pres">
      <dgm:prSet presAssocID="{9646A77B-022C-43F0-A732-C54A48B35BC3}" presName="negativeSpace" presStyleCnt="0"/>
      <dgm:spPr/>
    </dgm:pt>
    <dgm:pt modelId="{D1C783BC-98F3-4D22-98A5-0A8F92670FF1}" type="pres">
      <dgm:prSet presAssocID="{9646A77B-022C-43F0-A732-C54A48B35BC3}" presName="childText" presStyleLbl="conFgAcc1" presStyleIdx="3" presStyleCnt="4">
        <dgm:presLayoutVars>
          <dgm:bulletEnabled val="1"/>
        </dgm:presLayoutVars>
      </dgm:prSet>
      <dgm:spPr/>
    </dgm:pt>
  </dgm:ptLst>
  <dgm:cxnLst>
    <dgm:cxn modelId="{A6D1FC04-7426-4EC6-B2BD-C013ECC58A77}" srcId="{76164EE8-2182-4234-9DCF-66AD2420E9A9}" destId="{E1139539-28EB-4D0E-89A0-CE2B2B7A3218}" srcOrd="0" destOrd="0" parTransId="{53CD9C37-A151-4A5E-83B4-7D278651B9D6}" sibTransId="{A13FAB95-87E1-4690-B9D8-C6A31D5ACEF4}"/>
    <dgm:cxn modelId="{FFD87512-1FC6-443F-96FE-57CEE4671422}" type="presOf" srcId="{85547B1F-9A1E-4BB4-AED0-18E3E3DFA0D7}" destId="{B8E6745F-CC96-4991-B2B5-E64FEB9B094B}" srcOrd="1" destOrd="0" presId="urn:microsoft.com/office/officeart/2005/8/layout/list1"/>
    <dgm:cxn modelId="{D9034B22-087E-48D3-AF86-84AAEE934FD4}" type="presOf" srcId="{85547B1F-9A1E-4BB4-AED0-18E3E3DFA0D7}" destId="{FD071A29-AE4A-4FA3-8F6D-DFD02A5AF6A5}" srcOrd="0" destOrd="0" presId="urn:microsoft.com/office/officeart/2005/8/layout/list1"/>
    <dgm:cxn modelId="{A88C6C29-DEF2-4AD0-86FA-203E0A689E29}" type="presOf" srcId="{E1139539-28EB-4D0E-89A0-CE2B2B7A3218}" destId="{FE8F49A6-37A6-424D-939F-0D4D399176DA}" srcOrd="0" destOrd="0" presId="urn:microsoft.com/office/officeart/2005/8/layout/list1"/>
    <dgm:cxn modelId="{0A906E2F-E09C-496C-886E-65E9BC1B1274}" srcId="{76164EE8-2182-4234-9DCF-66AD2420E9A9}" destId="{9646A77B-022C-43F0-A732-C54A48B35BC3}" srcOrd="3" destOrd="0" parTransId="{8BA4E3AE-5A43-4199-80ED-2C289BAF1481}" sibTransId="{B235A17B-54DD-497F-8BE7-6F29811D0BC7}"/>
    <dgm:cxn modelId="{2CAB3831-2238-48A9-A226-CEAA106BE661}" type="presOf" srcId="{76164EE8-2182-4234-9DCF-66AD2420E9A9}" destId="{0A16BD73-671F-4999-9284-D57D94895305}" srcOrd="0" destOrd="0" presId="urn:microsoft.com/office/officeart/2005/8/layout/list1"/>
    <dgm:cxn modelId="{07AFE265-A6E1-4D4F-9C12-15116EDE5011}" type="presOf" srcId="{E1139539-28EB-4D0E-89A0-CE2B2B7A3218}" destId="{06B467EB-99CE-415B-9855-C455CD7A6160}" srcOrd="1" destOrd="0" presId="urn:microsoft.com/office/officeart/2005/8/layout/list1"/>
    <dgm:cxn modelId="{CD10584D-98AB-4597-95A4-1A5B23D0E736}" type="presOf" srcId="{1231DCCC-6211-44A1-8212-5A44BD285C53}" destId="{AEE9BC3E-6BA5-4B34-9BB7-B48B81BF9590}" srcOrd="1" destOrd="0" presId="urn:microsoft.com/office/officeart/2005/8/layout/list1"/>
    <dgm:cxn modelId="{C409BD7A-1DB2-47EF-A7AB-F6E2F796A4A4}" type="presOf" srcId="{9646A77B-022C-43F0-A732-C54A48B35BC3}" destId="{B5D41909-55FD-430C-BEC7-00EDDC10F225}" srcOrd="1" destOrd="0" presId="urn:microsoft.com/office/officeart/2005/8/layout/list1"/>
    <dgm:cxn modelId="{D1918089-868C-494A-A971-46EFC051C162}" type="presOf" srcId="{1231DCCC-6211-44A1-8212-5A44BD285C53}" destId="{59C3344E-F0BC-412B-9089-0CBEE4CDA6A9}" srcOrd="0" destOrd="0" presId="urn:microsoft.com/office/officeart/2005/8/layout/list1"/>
    <dgm:cxn modelId="{65299D90-1246-44DD-8708-84CC7FDA024D}" type="presOf" srcId="{9646A77B-022C-43F0-A732-C54A48B35BC3}" destId="{D98321FB-7533-4DE7-9419-CFF794D43999}" srcOrd="0" destOrd="0" presId="urn:microsoft.com/office/officeart/2005/8/layout/list1"/>
    <dgm:cxn modelId="{9523C4C4-6869-40AA-9021-87B263492197}" srcId="{76164EE8-2182-4234-9DCF-66AD2420E9A9}" destId="{85547B1F-9A1E-4BB4-AED0-18E3E3DFA0D7}" srcOrd="1" destOrd="0" parTransId="{62B9B506-C76D-46F1-B6B6-F04539CED0CD}" sibTransId="{DBC8B047-1FC5-420F-90B7-46010A3E54F5}"/>
    <dgm:cxn modelId="{8CA721FC-B66C-436B-9571-5E668390AD41}" srcId="{76164EE8-2182-4234-9DCF-66AD2420E9A9}" destId="{1231DCCC-6211-44A1-8212-5A44BD285C53}" srcOrd="2" destOrd="0" parTransId="{799A4A77-F2CA-4205-87F0-F334C147317C}" sibTransId="{180001C3-D713-404C-8E6D-F8011372D381}"/>
    <dgm:cxn modelId="{7B82A2FD-CB23-4327-837F-3071D1DB3BFD}" type="presParOf" srcId="{0A16BD73-671F-4999-9284-D57D94895305}" destId="{15BB68E1-98F2-4D35-B716-6F8DFC835603}" srcOrd="0" destOrd="0" presId="urn:microsoft.com/office/officeart/2005/8/layout/list1"/>
    <dgm:cxn modelId="{ADE63D9B-0ACD-4078-B432-04A9FEC35A7D}" type="presParOf" srcId="{15BB68E1-98F2-4D35-B716-6F8DFC835603}" destId="{FE8F49A6-37A6-424D-939F-0D4D399176DA}" srcOrd="0" destOrd="0" presId="urn:microsoft.com/office/officeart/2005/8/layout/list1"/>
    <dgm:cxn modelId="{7A2720EB-1D67-4373-B8B0-BC1A9BFBD9B7}" type="presParOf" srcId="{15BB68E1-98F2-4D35-B716-6F8DFC835603}" destId="{06B467EB-99CE-415B-9855-C455CD7A6160}" srcOrd="1" destOrd="0" presId="urn:microsoft.com/office/officeart/2005/8/layout/list1"/>
    <dgm:cxn modelId="{74134372-BBB1-4302-808F-4766E771C815}" type="presParOf" srcId="{0A16BD73-671F-4999-9284-D57D94895305}" destId="{96B8F9AE-6183-461D-8BD7-9C545E71BC65}" srcOrd="1" destOrd="0" presId="urn:microsoft.com/office/officeart/2005/8/layout/list1"/>
    <dgm:cxn modelId="{210D16D8-0B8D-475E-BBB5-0EFFF0713835}" type="presParOf" srcId="{0A16BD73-671F-4999-9284-D57D94895305}" destId="{E54A5008-E78C-4A43-8F63-E27A5DEAC4FE}" srcOrd="2" destOrd="0" presId="urn:microsoft.com/office/officeart/2005/8/layout/list1"/>
    <dgm:cxn modelId="{B282F02D-C6B3-453B-8AE4-46D17DA4D6CC}" type="presParOf" srcId="{0A16BD73-671F-4999-9284-D57D94895305}" destId="{847AFA1D-BC2B-422A-A6F8-298F93D649CB}" srcOrd="3" destOrd="0" presId="urn:microsoft.com/office/officeart/2005/8/layout/list1"/>
    <dgm:cxn modelId="{DE047107-3572-49F8-9F1A-AF199D8FB2CB}" type="presParOf" srcId="{0A16BD73-671F-4999-9284-D57D94895305}" destId="{7CE76261-D9CF-48BF-A107-AF00E758B1AF}" srcOrd="4" destOrd="0" presId="urn:microsoft.com/office/officeart/2005/8/layout/list1"/>
    <dgm:cxn modelId="{3BE0E106-EDAF-4368-9A6B-78F0C3E823A1}" type="presParOf" srcId="{7CE76261-D9CF-48BF-A107-AF00E758B1AF}" destId="{FD071A29-AE4A-4FA3-8F6D-DFD02A5AF6A5}" srcOrd="0" destOrd="0" presId="urn:microsoft.com/office/officeart/2005/8/layout/list1"/>
    <dgm:cxn modelId="{A0C456D9-0C5A-44AB-8EF7-1B8842F01633}" type="presParOf" srcId="{7CE76261-D9CF-48BF-A107-AF00E758B1AF}" destId="{B8E6745F-CC96-4991-B2B5-E64FEB9B094B}" srcOrd="1" destOrd="0" presId="urn:microsoft.com/office/officeart/2005/8/layout/list1"/>
    <dgm:cxn modelId="{97767F5A-9AE8-40E8-8DC1-951CA04C0389}" type="presParOf" srcId="{0A16BD73-671F-4999-9284-D57D94895305}" destId="{75DF2BBC-4A9A-40EE-81EB-D1809F92C12E}" srcOrd="5" destOrd="0" presId="urn:microsoft.com/office/officeart/2005/8/layout/list1"/>
    <dgm:cxn modelId="{D6F879AF-4894-4B12-88D6-F9FBD96191C5}" type="presParOf" srcId="{0A16BD73-671F-4999-9284-D57D94895305}" destId="{3DBAFD6A-7E62-4F12-AC99-14801BDB735F}" srcOrd="6" destOrd="0" presId="urn:microsoft.com/office/officeart/2005/8/layout/list1"/>
    <dgm:cxn modelId="{9ECE5EFF-0A29-469F-B62D-FB2722CF4F8C}" type="presParOf" srcId="{0A16BD73-671F-4999-9284-D57D94895305}" destId="{29DB8DC2-C53B-4707-8E85-A4FB2D10B413}" srcOrd="7" destOrd="0" presId="urn:microsoft.com/office/officeart/2005/8/layout/list1"/>
    <dgm:cxn modelId="{BF6DD1DF-8885-494B-AB76-6E357583EA6E}" type="presParOf" srcId="{0A16BD73-671F-4999-9284-D57D94895305}" destId="{F459F1B6-CF0A-44CF-BB0A-876AF77F865E}" srcOrd="8" destOrd="0" presId="urn:microsoft.com/office/officeart/2005/8/layout/list1"/>
    <dgm:cxn modelId="{C5B7AA02-1C37-4DB7-80FC-86E00EAADF1C}" type="presParOf" srcId="{F459F1B6-CF0A-44CF-BB0A-876AF77F865E}" destId="{59C3344E-F0BC-412B-9089-0CBEE4CDA6A9}" srcOrd="0" destOrd="0" presId="urn:microsoft.com/office/officeart/2005/8/layout/list1"/>
    <dgm:cxn modelId="{D79FC951-4F93-44D1-B86A-C72C28E1C154}" type="presParOf" srcId="{F459F1B6-CF0A-44CF-BB0A-876AF77F865E}" destId="{AEE9BC3E-6BA5-4B34-9BB7-B48B81BF9590}" srcOrd="1" destOrd="0" presId="urn:microsoft.com/office/officeart/2005/8/layout/list1"/>
    <dgm:cxn modelId="{62140CEE-C476-45D7-80D6-ADC1DDA1C6F1}" type="presParOf" srcId="{0A16BD73-671F-4999-9284-D57D94895305}" destId="{8D6BDD3C-2FB9-4213-8B66-AD0F6F4945D0}" srcOrd="9" destOrd="0" presId="urn:microsoft.com/office/officeart/2005/8/layout/list1"/>
    <dgm:cxn modelId="{7B4753D1-92AC-427C-8078-7E429168BBDC}" type="presParOf" srcId="{0A16BD73-671F-4999-9284-D57D94895305}" destId="{3B28CC21-A2F3-42EA-A4F5-2DE8C6CC89EA}" srcOrd="10" destOrd="0" presId="urn:microsoft.com/office/officeart/2005/8/layout/list1"/>
    <dgm:cxn modelId="{82C42737-4924-48C9-B56D-8E19775F6A34}" type="presParOf" srcId="{0A16BD73-671F-4999-9284-D57D94895305}" destId="{403469BB-6E35-4CF2-882E-508DBC997D78}" srcOrd="11" destOrd="0" presId="urn:microsoft.com/office/officeart/2005/8/layout/list1"/>
    <dgm:cxn modelId="{54EB297D-7C45-470D-B800-9DD1D21E2F07}" type="presParOf" srcId="{0A16BD73-671F-4999-9284-D57D94895305}" destId="{441EAEB6-C076-4220-96F8-93411595DE98}" srcOrd="12" destOrd="0" presId="urn:microsoft.com/office/officeart/2005/8/layout/list1"/>
    <dgm:cxn modelId="{A86C0C5F-A428-4EDE-91BB-2D37481F0B34}" type="presParOf" srcId="{441EAEB6-C076-4220-96F8-93411595DE98}" destId="{D98321FB-7533-4DE7-9419-CFF794D43999}" srcOrd="0" destOrd="0" presId="urn:microsoft.com/office/officeart/2005/8/layout/list1"/>
    <dgm:cxn modelId="{AFDEB9A9-0FEA-4EDA-B2C8-5578C1A20F83}" type="presParOf" srcId="{441EAEB6-C076-4220-96F8-93411595DE98}" destId="{B5D41909-55FD-430C-BEC7-00EDDC10F225}" srcOrd="1" destOrd="0" presId="urn:microsoft.com/office/officeart/2005/8/layout/list1"/>
    <dgm:cxn modelId="{C04713C5-B371-4E12-BA94-B6445E9F3665}" type="presParOf" srcId="{0A16BD73-671F-4999-9284-D57D94895305}" destId="{F336089E-5C01-475C-AA5B-9F2B8C0A719D}" srcOrd="13" destOrd="0" presId="urn:microsoft.com/office/officeart/2005/8/layout/list1"/>
    <dgm:cxn modelId="{9DB8D8BE-DCA1-4644-A322-79FBC4D99EAB}" type="presParOf" srcId="{0A16BD73-671F-4999-9284-D57D94895305}" destId="{D1C783BC-98F3-4D22-98A5-0A8F92670FF1}"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A5008-E78C-4A43-8F63-E27A5DEAC4FE}">
      <dsp:nvSpPr>
        <dsp:cNvPr id="0" name=""/>
        <dsp:cNvSpPr/>
      </dsp:nvSpPr>
      <dsp:spPr>
        <a:xfrm>
          <a:off x="0" y="469916"/>
          <a:ext cx="7643776" cy="3276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B467EB-99CE-415B-9855-C455CD7A6160}">
      <dsp:nvSpPr>
        <dsp:cNvPr id="0" name=""/>
        <dsp:cNvSpPr/>
      </dsp:nvSpPr>
      <dsp:spPr>
        <a:xfrm>
          <a:off x="382188" y="278036"/>
          <a:ext cx="5350643"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2242" tIns="0" rIns="202242" bIns="0" numCol="1" spcCol="1270" anchor="ctr" anchorCtr="0">
          <a:noAutofit/>
        </a:bodyPr>
        <a:lstStyle/>
        <a:p>
          <a:pPr marL="0" lvl="0" indent="0" algn="l" defTabSz="577850">
            <a:lnSpc>
              <a:spcPct val="90000"/>
            </a:lnSpc>
            <a:spcBef>
              <a:spcPct val="0"/>
            </a:spcBef>
            <a:spcAft>
              <a:spcPct val="35000"/>
            </a:spcAft>
            <a:buNone/>
          </a:pPr>
          <a:r>
            <a:rPr lang="en-GB" sz="1300" kern="1200" dirty="0"/>
            <a:t>Students will access whether the semantic retrieval is relevant or not</a:t>
          </a:r>
          <a:endParaRPr lang="en-DE" sz="1300" kern="1200" dirty="0"/>
        </a:p>
      </dsp:txBody>
      <dsp:txXfrm>
        <a:off x="400922" y="296770"/>
        <a:ext cx="5313175" cy="346292"/>
      </dsp:txXfrm>
    </dsp:sp>
    <dsp:sp modelId="{3DBAFD6A-7E62-4F12-AC99-14801BDB735F}">
      <dsp:nvSpPr>
        <dsp:cNvPr id="0" name=""/>
        <dsp:cNvSpPr/>
      </dsp:nvSpPr>
      <dsp:spPr>
        <a:xfrm>
          <a:off x="0" y="1059596"/>
          <a:ext cx="7643776" cy="327600"/>
        </a:xfrm>
        <a:prstGeom prst="rect">
          <a:avLst/>
        </a:prstGeom>
        <a:solidFill>
          <a:schemeClr val="lt1">
            <a:alpha val="90000"/>
            <a:hueOff val="0"/>
            <a:satOff val="0"/>
            <a:lumOff val="0"/>
            <a:alphaOff val="0"/>
          </a:schemeClr>
        </a:solidFill>
        <a:ln w="12700" cap="flat" cmpd="sng" algn="ctr">
          <a:solidFill>
            <a:schemeClr val="accent2">
              <a:hueOff val="-485121"/>
              <a:satOff val="-27976"/>
              <a:lumOff val="2876"/>
              <a:alphaOff val="0"/>
            </a:schemeClr>
          </a:solidFill>
          <a:prstDash val="solid"/>
        </a:ln>
        <a:effectLst/>
      </dsp:spPr>
      <dsp:style>
        <a:lnRef idx="2">
          <a:scrgbClr r="0" g="0" b="0"/>
        </a:lnRef>
        <a:fillRef idx="1">
          <a:scrgbClr r="0" g="0" b="0"/>
        </a:fillRef>
        <a:effectRef idx="0">
          <a:scrgbClr r="0" g="0" b="0"/>
        </a:effectRef>
        <a:fontRef idx="minor"/>
      </dsp:style>
    </dsp:sp>
    <dsp:sp modelId="{B8E6745F-CC96-4991-B2B5-E64FEB9B094B}">
      <dsp:nvSpPr>
        <dsp:cNvPr id="0" name=""/>
        <dsp:cNvSpPr/>
      </dsp:nvSpPr>
      <dsp:spPr>
        <a:xfrm>
          <a:off x="382188" y="867716"/>
          <a:ext cx="5350643" cy="383760"/>
        </a:xfrm>
        <a:prstGeom prst="roundRect">
          <a:avLst/>
        </a:prstGeom>
        <a:solidFill>
          <a:schemeClr val="accent2">
            <a:hueOff val="-485121"/>
            <a:satOff val="-27976"/>
            <a:lumOff val="2876"/>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2242" tIns="0" rIns="202242" bIns="0" numCol="1" spcCol="1270" anchor="ctr" anchorCtr="0">
          <a:noAutofit/>
        </a:bodyPr>
        <a:lstStyle/>
        <a:p>
          <a:pPr marL="0" lvl="0" indent="0" algn="l" defTabSz="577850">
            <a:lnSpc>
              <a:spcPct val="90000"/>
            </a:lnSpc>
            <a:spcBef>
              <a:spcPct val="0"/>
            </a:spcBef>
            <a:spcAft>
              <a:spcPct val="35000"/>
            </a:spcAft>
            <a:buNone/>
          </a:pPr>
          <a:r>
            <a:rPr lang="en-GB" sz="1300" kern="1200" dirty="0"/>
            <a:t>Semantic meanings are relevant or not</a:t>
          </a:r>
          <a:endParaRPr lang="en-DE" sz="1300" kern="1200" dirty="0"/>
        </a:p>
      </dsp:txBody>
      <dsp:txXfrm>
        <a:off x="400922" y="886450"/>
        <a:ext cx="5313175" cy="346292"/>
      </dsp:txXfrm>
    </dsp:sp>
    <dsp:sp modelId="{3B28CC21-A2F3-42EA-A4F5-2DE8C6CC89EA}">
      <dsp:nvSpPr>
        <dsp:cNvPr id="0" name=""/>
        <dsp:cNvSpPr/>
      </dsp:nvSpPr>
      <dsp:spPr>
        <a:xfrm>
          <a:off x="0" y="1649276"/>
          <a:ext cx="7643776" cy="327600"/>
        </a:xfrm>
        <a:prstGeom prst="rect">
          <a:avLst/>
        </a:prstGeom>
        <a:solidFill>
          <a:schemeClr val="lt1">
            <a:alpha val="90000"/>
            <a:hueOff val="0"/>
            <a:satOff val="0"/>
            <a:lumOff val="0"/>
            <a:alphaOff val="0"/>
          </a:schemeClr>
        </a:solidFill>
        <a:ln w="12700" cap="flat" cmpd="sng" algn="ctr">
          <a:solidFill>
            <a:schemeClr val="accent2">
              <a:hueOff val="-970242"/>
              <a:satOff val="-55952"/>
              <a:lumOff val="5752"/>
              <a:alphaOff val="0"/>
            </a:schemeClr>
          </a:solidFill>
          <a:prstDash val="solid"/>
        </a:ln>
        <a:effectLst/>
      </dsp:spPr>
      <dsp:style>
        <a:lnRef idx="2">
          <a:scrgbClr r="0" g="0" b="0"/>
        </a:lnRef>
        <a:fillRef idx="1">
          <a:scrgbClr r="0" g="0" b="0"/>
        </a:fillRef>
        <a:effectRef idx="0">
          <a:scrgbClr r="0" g="0" b="0"/>
        </a:effectRef>
        <a:fontRef idx="minor"/>
      </dsp:style>
    </dsp:sp>
    <dsp:sp modelId="{AEE9BC3E-6BA5-4B34-9BB7-B48B81BF9590}">
      <dsp:nvSpPr>
        <dsp:cNvPr id="0" name=""/>
        <dsp:cNvSpPr/>
      </dsp:nvSpPr>
      <dsp:spPr>
        <a:xfrm>
          <a:off x="382188" y="1457396"/>
          <a:ext cx="5350643" cy="383760"/>
        </a:xfrm>
        <a:prstGeom prst="roundRect">
          <a:avLst/>
        </a:prstGeom>
        <a:solidFill>
          <a:schemeClr val="accent2">
            <a:hueOff val="-970242"/>
            <a:satOff val="-55952"/>
            <a:lumOff val="5752"/>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2242" tIns="0" rIns="202242" bIns="0" numCol="1" spcCol="1270" anchor="ctr" anchorCtr="0">
          <a:noAutofit/>
        </a:bodyPr>
        <a:lstStyle/>
        <a:p>
          <a:pPr marL="0" lvl="0" indent="0" algn="l" defTabSz="577850">
            <a:lnSpc>
              <a:spcPct val="90000"/>
            </a:lnSpc>
            <a:spcBef>
              <a:spcPct val="0"/>
            </a:spcBef>
            <a:spcAft>
              <a:spcPct val="35000"/>
            </a:spcAft>
            <a:buNone/>
          </a:pPr>
          <a:r>
            <a:rPr lang="en-GB" sz="1300" kern="1200" dirty="0"/>
            <a:t>Explanation is understandable and trustworthy or not</a:t>
          </a:r>
          <a:endParaRPr lang="en-DE" sz="1300" kern="1200" dirty="0"/>
        </a:p>
      </dsp:txBody>
      <dsp:txXfrm>
        <a:off x="400922" y="1476130"/>
        <a:ext cx="5313175" cy="346292"/>
      </dsp:txXfrm>
    </dsp:sp>
    <dsp:sp modelId="{D1C783BC-98F3-4D22-98A5-0A8F92670FF1}">
      <dsp:nvSpPr>
        <dsp:cNvPr id="0" name=""/>
        <dsp:cNvSpPr/>
      </dsp:nvSpPr>
      <dsp:spPr>
        <a:xfrm>
          <a:off x="0" y="2238956"/>
          <a:ext cx="7643776" cy="327600"/>
        </a:xfrm>
        <a:prstGeom prst="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ln>
        <a:effectLst/>
      </dsp:spPr>
      <dsp:style>
        <a:lnRef idx="2">
          <a:scrgbClr r="0" g="0" b="0"/>
        </a:lnRef>
        <a:fillRef idx="1">
          <a:scrgbClr r="0" g="0" b="0"/>
        </a:fillRef>
        <a:effectRef idx="0">
          <a:scrgbClr r="0" g="0" b="0"/>
        </a:effectRef>
        <a:fontRef idx="minor"/>
      </dsp:style>
    </dsp:sp>
    <dsp:sp modelId="{B5D41909-55FD-430C-BEC7-00EDDC10F225}">
      <dsp:nvSpPr>
        <dsp:cNvPr id="0" name=""/>
        <dsp:cNvSpPr/>
      </dsp:nvSpPr>
      <dsp:spPr>
        <a:xfrm>
          <a:off x="382188" y="2047076"/>
          <a:ext cx="5350643" cy="383760"/>
        </a:xfrm>
        <a:prstGeom prst="roundRect">
          <a:avLst/>
        </a:prstGeom>
        <a:solidFill>
          <a:schemeClr val="accent2">
            <a:hueOff val="-1455363"/>
            <a:satOff val="-83928"/>
            <a:lumOff val="8628"/>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202242" tIns="0" rIns="202242" bIns="0" numCol="1" spcCol="1270" anchor="ctr" anchorCtr="0">
          <a:noAutofit/>
        </a:bodyPr>
        <a:lstStyle/>
        <a:p>
          <a:pPr marL="0" lvl="0" indent="0" algn="l" defTabSz="577850">
            <a:lnSpc>
              <a:spcPct val="90000"/>
            </a:lnSpc>
            <a:spcBef>
              <a:spcPct val="0"/>
            </a:spcBef>
            <a:spcAft>
              <a:spcPct val="35000"/>
            </a:spcAft>
            <a:buNone/>
          </a:pPr>
          <a:r>
            <a:rPr lang="en-GB" sz="1300" kern="1200" dirty="0"/>
            <a:t>Which LLM provides better explanation.</a:t>
          </a:r>
          <a:endParaRPr lang="en-DE" sz="1300" kern="1200" dirty="0"/>
        </a:p>
      </dsp:txBody>
      <dsp:txXfrm>
        <a:off x="400922" y="2065810"/>
        <a:ext cx="5313175"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7ADB4B-0066-80AE-88DE-E41AAA087677}"/>
              </a:ext>
            </a:extLst>
          </p:cNvPr>
          <p:cNvSpPr txBox="1">
            <a:spLocks noGrp="1"/>
          </p:cNvSpPr>
          <p:nvPr>
            <p:ph type="hdr" sz="quarter"/>
          </p:nvPr>
        </p:nvSpPr>
        <p:spPr>
          <a:xfrm>
            <a:off x="0" y="0"/>
            <a:ext cx="3372837" cy="502563"/>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3" name="Date Placeholder 2">
            <a:extLst>
              <a:ext uri="{FF2B5EF4-FFF2-40B4-BE49-F238E27FC236}">
                <a16:creationId xmlns:a16="http://schemas.microsoft.com/office/drawing/2014/main" id="{313BBF29-3B44-438B-A91F-2F8E9DA96DD9}"/>
              </a:ext>
            </a:extLst>
          </p:cNvPr>
          <p:cNvSpPr txBox="1">
            <a:spLocks noGrp="1"/>
          </p:cNvSpPr>
          <p:nvPr>
            <p:ph type="dt" sz="quarter" idx="1"/>
          </p:nvPr>
        </p:nvSpPr>
        <p:spPr>
          <a:xfrm>
            <a:off x="4399196" y="0"/>
            <a:ext cx="3372837" cy="502563"/>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4" name="Footer Placeholder 3">
            <a:extLst>
              <a:ext uri="{FF2B5EF4-FFF2-40B4-BE49-F238E27FC236}">
                <a16:creationId xmlns:a16="http://schemas.microsoft.com/office/drawing/2014/main" id="{BB370095-0F81-DC60-E59B-6D55AA6AA4AD}"/>
              </a:ext>
            </a:extLst>
          </p:cNvPr>
          <p:cNvSpPr txBox="1">
            <a:spLocks noGrp="1"/>
          </p:cNvSpPr>
          <p:nvPr>
            <p:ph type="ftr" sz="quarter" idx="2"/>
          </p:nvPr>
        </p:nvSpPr>
        <p:spPr>
          <a:xfrm>
            <a:off x="0" y="9555480"/>
            <a:ext cx="3372837" cy="502563"/>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
        <p:nvSpPr>
          <p:cNvPr id="5" name="Slide Number Placeholder 4">
            <a:extLst>
              <a:ext uri="{FF2B5EF4-FFF2-40B4-BE49-F238E27FC236}">
                <a16:creationId xmlns:a16="http://schemas.microsoft.com/office/drawing/2014/main" id="{E70E677D-4622-2B7D-BB12-B791CB2C2685}"/>
              </a:ext>
            </a:extLst>
          </p:cNvPr>
          <p:cNvSpPr txBox="1">
            <a:spLocks noGrp="1"/>
          </p:cNvSpPr>
          <p:nvPr>
            <p:ph type="sldNum" sz="quarter" idx="3"/>
          </p:nvPr>
        </p:nvSpPr>
        <p:spPr>
          <a:xfrm>
            <a:off x="4399196" y="9555480"/>
            <a:ext cx="3372837" cy="502563"/>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8E3709D1-F1DD-4437-B873-D406EF16BBA4}" type="slidenum">
              <a:t>‹#›</a:t>
            </a:fld>
            <a:endParaRPr lang="en-US" sz="1400" b="0" i="0" u="none" strike="noStrike" kern="1200" cap="none" spc="0" baseline="0">
              <a:solidFill>
                <a:srgbClr val="000000"/>
              </a:solidFill>
              <a:uFillTx/>
              <a:latin typeface="Liberation Sans" pitchFamily="18"/>
              <a:ea typeface="DejaVu Sans" pitchFamily="2"/>
              <a:cs typeface="FreeSans" pitchFamily="2"/>
            </a:endParaRPr>
          </a:p>
        </p:txBody>
      </p:sp>
    </p:spTree>
    <p:extLst>
      <p:ext uri="{BB962C8B-B14F-4D97-AF65-F5344CB8AC3E}">
        <p14:creationId xmlns:p14="http://schemas.microsoft.com/office/powerpoint/2010/main" val="30871669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AECDA7-C3A8-06D7-F068-4F8537496329}"/>
              </a:ext>
            </a:extLst>
          </p:cNvPr>
          <p:cNvSpPr>
            <a:spLocks noGrp="1" noRot="1" noChangeAspect="1"/>
          </p:cNvSpPr>
          <p:nvPr>
            <p:ph type="sldImg" idx="2"/>
          </p:nvPr>
        </p:nvSpPr>
        <p:spPr>
          <a:xfrm>
            <a:off x="533515" y="764282"/>
            <a:ext cx="6704636" cy="3771360"/>
          </a:xfrm>
          <a:prstGeom prst="rect">
            <a:avLst/>
          </a:prstGeom>
          <a:noFill/>
          <a:ln>
            <a:noFill/>
            <a:prstDash val="solid"/>
          </a:ln>
        </p:spPr>
      </p:sp>
      <p:sp>
        <p:nvSpPr>
          <p:cNvPr id="3" name="Notes Placeholder 2">
            <a:extLst>
              <a:ext uri="{FF2B5EF4-FFF2-40B4-BE49-F238E27FC236}">
                <a16:creationId xmlns:a16="http://schemas.microsoft.com/office/drawing/2014/main" id="{09973F09-03BF-0E5F-B1D4-31159634B969}"/>
              </a:ext>
            </a:extLst>
          </p:cNvPr>
          <p:cNvSpPr txBox="1">
            <a:spLocks noGrp="1"/>
          </p:cNvSpPr>
          <p:nvPr>
            <p:ph type="body" sz="quarter" idx="3"/>
          </p:nvPr>
        </p:nvSpPr>
        <p:spPr>
          <a:xfrm>
            <a:off x="777240" y="4777557"/>
            <a:ext cx="6217563" cy="4525923"/>
          </a:xfrm>
          <a:prstGeom prst="rect">
            <a:avLst/>
          </a:prstGeom>
          <a:noFill/>
          <a:ln>
            <a:noFill/>
          </a:ln>
        </p:spPr>
        <p:txBody>
          <a:bodyPr vert="horz" wrap="square" lIns="0" tIns="0" rIns="0" bIns="0" anchor="t" anchorCtr="0" compatLnSpc="1">
            <a:noAutofit/>
          </a:bodyPr>
          <a:lstStyle/>
          <a:p>
            <a:pPr lvl="0"/>
            <a:endParaRPr lang="en-US"/>
          </a:p>
        </p:txBody>
      </p:sp>
      <p:sp>
        <p:nvSpPr>
          <p:cNvPr id="4" name="Header Placeholder 3">
            <a:extLst>
              <a:ext uri="{FF2B5EF4-FFF2-40B4-BE49-F238E27FC236}">
                <a16:creationId xmlns:a16="http://schemas.microsoft.com/office/drawing/2014/main" id="{8A3856D7-A8D8-7878-9369-A19E0980FC8B}"/>
              </a:ext>
            </a:extLst>
          </p:cNvPr>
          <p:cNvSpPr txBox="1">
            <a:spLocks noGrp="1"/>
          </p:cNvSpPr>
          <p:nvPr>
            <p:ph type="hdr" sz="quarter"/>
          </p:nvPr>
        </p:nvSpPr>
        <p:spPr>
          <a:xfrm>
            <a:off x="0" y="0"/>
            <a:ext cx="3372837" cy="502563"/>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5" name="Date Placeholder 4">
            <a:extLst>
              <a:ext uri="{FF2B5EF4-FFF2-40B4-BE49-F238E27FC236}">
                <a16:creationId xmlns:a16="http://schemas.microsoft.com/office/drawing/2014/main" id="{9C012641-30D4-C543-1E78-C528D7E2558F}"/>
              </a:ext>
            </a:extLst>
          </p:cNvPr>
          <p:cNvSpPr txBox="1">
            <a:spLocks noGrp="1"/>
          </p:cNvSpPr>
          <p:nvPr>
            <p:ph type="dt" idx="1"/>
          </p:nvPr>
        </p:nvSpPr>
        <p:spPr>
          <a:xfrm>
            <a:off x="4399196" y="0"/>
            <a:ext cx="3372837" cy="502563"/>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6" name="Footer Placeholder 5">
            <a:extLst>
              <a:ext uri="{FF2B5EF4-FFF2-40B4-BE49-F238E27FC236}">
                <a16:creationId xmlns:a16="http://schemas.microsoft.com/office/drawing/2014/main" id="{AACA89E5-5492-0E98-43FF-D4A8BE204BBB}"/>
              </a:ext>
            </a:extLst>
          </p:cNvPr>
          <p:cNvSpPr txBox="1">
            <a:spLocks noGrp="1"/>
          </p:cNvSpPr>
          <p:nvPr>
            <p:ph type="ftr" sz="quarter" idx="4"/>
          </p:nvPr>
        </p:nvSpPr>
        <p:spPr>
          <a:xfrm>
            <a:off x="0" y="9555480"/>
            <a:ext cx="3372837" cy="502563"/>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endParaRPr lang="en-US"/>
          </a:p>
        </p:txBody>
      </p:sp>
      <p:sp>
        <p:nvSpPr>
          <p:cNvPr id="7" name="Slide Number Placeholder 6">
            <a:extLst>
              <a:ext uri="{FF2B5EF4-FFF2-40B4-BE49-F238E27FC236}">
                <a16:creationId xmlns:a16="http://schemas.microsoft.com/office/drawing/2014/main" id="{C769293F-D66F-23CB-4A6E-07E0644708DF}"/>
              </a:ext>
            </a:extLst>
          </p:cNvPr>
          <p:cNvSpPr txBox="1">
            <a:spLocks noGrp="1"/>
          </p:cNvSpPr>
          <p:nvPr>
            <p:ph type="sldNum" sz="quarter" idx="5"/>
          </p:nvPr>
        </p:nvSpPr>
        <p:spPr>
          <a:xfrm>
            <a:off x="4399196" y="9555480"/>
            <a:ext cx="3372837" cy="502563"/>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DejaVu Sans" pitchFamily="2"/>
                <a:cs typeface="DejaVu Sans" pitchFamily="2"/>
              </a:defRPr>
            </a:lvl1pPr>
          </a:lstStyle>
          <a:p>
            <a:pPr lvl="0"/>
            <a:fld id="{62C876FF-0F98-4461-9741-A5EB3271767E}" type="slidenum">
              <a:t>‹#›</a:t>
            </a:fld>
            <a:endParaRPr lang="en-US"/>
          </a:p>
        </p:txBody>
      </p:sp>
    </p:spTree>
    <p:extLst>
      <p:ext uri="{BB962C8B-B14F-4D97-AF65-F5344CB8AC3E}">
        <p14:creationId xmlns:p14="http://schemas.microsoft.com/office/powerpoint/2010/main" val="2732097043"/>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322A9C4-058A-F170-CCB8-C44D66F025F1}"/>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279B6291-7C39-481B-9C1D-26FF42D8F14B}" type="slidenum">
              <a:t>1</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3B2A2C4A-97C4-2EAD-A76D-0877E82CED4D}"/>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B38FCA7B-294A-269F-BFDD-8DD65BDFD183}"/>
              </a:ext>
            </a:extLst>
          </p:cNvPr>
          <p:cNvSpPr txBox="1">
            <a:spLocks noGrp="1"/>
          </p:cNvSpPr>
          <p:nvPr>
            <p:ph type="body" sz="quarter" idx="1"/>
          </p:nvPr>
        </p:nvSpPr>
        <p:spPr/>
        <p:txBody>
          <a:bodyPr>
            <a:spAutoFit/>
          </a:bodyPr>
          <a:lstStyle/>
          <a:p>
            <a:endParaRPr lang="en-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Operational Technology (OT) systems, such as Industrial Control Systems (ICS), Supervisory Control and Data Acquisition (SCADA) systems, and Programmable Logic Controllers (PLCs), are essential components of critical infrastructures including manufacturing, energy, transportation, and water treatment facilities.</a:t>
            </a:r>
          </a:p>
          <a:p>
            <a:r>
              <a:rPr lang="en-DE" dirty="0"/>
              <a:t>To secure these environments, organizations rely on established cybersecurity standards such as:</a:t>
            </a:r>
          </a:p>
          <a:p>
            <a:r>
              <a:rPr lang="en-DE" dirty="0"/>
              <a:t>NIST SP 800-82 (Guide to Operational Technology Security) </a:t>
            </a:r>
          </a:p>
          <a:p>
            <a:r>
              <a:rPr lang="en-DE" dirty="0"/>
              <a:t>BSI IT-</a:t>
            </a:r>
            <a:r>
              <a:rPr lang="en-DE" dirty="0" err="1"/>
              <a:t>Grundschutz</a:t>
            </a:r>
            <a:r>
              <a:rPr lang="en-DE" dirty="0"/>
              <a:t> (German IT Baseline Protection) </a:t>
            </a:r>
          </a:p>
          <a:p>
            <a:r>
              <a:rPr lang="en-DE" dirty="0"/>
              <a:t>However, these standards are extensive, complex, and difficult to navigate manually.</a:t>
            </a:r>
          </a:p>
          <a:p>
            <a:endParaRPr lang="en-DE" dirty="0"/>
          </a:p>
        </p:txBody>
      </p:sp>
      <p:sp>
        <p:nvSpPr>
          <p:cNvPr id="4" name="Slide Number Placeholder 3"/>
          <p:cNvSpPr>
            <a:spLocks noGrp="1"/>
          </p:cNvSpPr>
          <p:nvPr>
            <p:ph type="sldNum" sz="quarter" idx="5"/>
          </p:nvPr>
        </p:nvSpPr>
        <p:spPr/>
        <p:txBody>
          <a:bodyPr/>
          <a:lstStyle/>
          <a:p>
            <a:pPr lvl="0"/>
            <a:fld id="{62C876FF-0F98-4461-9741-A5EB3271767E}" type="slidenum">
              <a:rPr lang="en-DE" smtClean="0"/>
              <a:t>2</a:t>
            </a:fld>
            <a:endParaRPr lang="en-DE"/>
          </a:p>
        </p:txBody>
      </p:sp>
    </p:spTree>
    <p:extLst>
      <p:ext uri="{BB962C8B-B14F-4D97-AF65-F5344CB8AC3E}">
        <p14:creationId xmlns:p14="http://schemas.microsoft.com/office/powerpoint/2010/main" val="3907065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7D55A-4C49-458C-F518-46BE4BE90DEA}"/>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1F50BE2C-BB33-61F0-B4A1-76910505809C}"/>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3</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48699222-0A8D-34F8-4C55-5234A82D0D9E}"/>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72037B96-7212-D975-A182-83F2ACACAD84}"/>
              </a:ext>
            </a:extLst>
          </p:cNvPr>
          <p:cNvSpPr txBox="1">
            <a:spLocks noGrp="1"/>
          </p:cNvSpPr>
          <p:nvPr>
            <p:ph type="body" sz="quarter" idx="1"/>
          </p:nvPr>
        </p:nvSpPr>
        <p:spPr/>
        <p:txBody>
          <a:bodyPr/>
          <a:lstStyle/>
          <a:p>
            <a:endParaRPr lang="en-GB" dirty="0"/>
          </a:p>
          <a:p>
            <a:r>
              <a:rPr lang="en-DE" dirty="0"/>
              <a:t>Industrial Control Systems (ICS) and Operational Technology (OT) environments increasingly rely on cybersecurity standards such as </a:t>
            </a:r>
            <a:r>
              <a:rPr lang="en-DE" b="1" dirty="0"/>
              <a:t>NIST SP 800-82</a:t>
            </a:r>
            <a:r>
              <a:rPr lang="en-DE" dirty="0"/>
              <a:t> and </a:t>
            </a:r>
            <a:r>
              <a:rPr lang="en-DE" b="1" dirty="0"/>
              <a:t>BSI IT-</a:t>
            </a:r>
            <a:r>
              <a:rPr lang="en-DE" b="1" dirty="0" err="1"/>
              <a:t>Grundschutz</a:t>
            </a:r>
            <a:r>
              <a:rPr lang="en-DE" dirty="0"/>
              <a:t> to protect critical infrastructure. However, these standards are extensive, heterogeneous, and difficult to interpret, making it challenging for users to efficiently retrieve relevant security requirements and understand the relationships between different standards.</a:t>
            </a:r>
          </a:p>
          <a:p>
            <a:r>
              <a:rPr lang="en-DE" dirty="0"/>
              <a:t>Traditional keyword-based search systems often fail to capture semantic relationships and provide limited explainability. </a:t>
            </a:r>
            <a:r>
              <a:rPr lang="en-DE"/>
              <a:t>Furthermore, there is a lack of automated mechanisms to compare requirements across standards and systematically evaluate the quality of generated cybersecurity recommendations.</a:t>
            </a:r>
          </a:p>
          <a:p>
            <a:r>
              <a:rPr lang="en-DE"/>
              <a:t>The </a:t>
            </a:r>
            <a:r>
              <a:rPr lang="en-DE" dirty="0"/>
              <a:t>increasing digitalization of industrial environments has expanded the cyberattack surface of OT and ICS systems. Security professionals and students often spend considerable time manually navigating lengthy standards documents to identify relevant requirements.</a:t>
            </a:r>
          </a:p>
          <a:p>
            <a:r>
              <a:rPr lang="en-DE" dirty="0"/>
              <a:t>Motivated by these challenges, this work aims to develop an </a:t>
            </a:r>
            <a:r>
              <a:rPr lang="en-DE" b="1" dirty="0"/>
              <a:t>OT Security Assistant</a:t>
            </a:r>
            <a:r>
              <a:rPr lang="en-DE" dirty="0"/>
              <a:t> that leverages Retrieval-Augmented Generation (RAG) and Large Language Models (LLMs) to simplify OT cybersecurity analysis.</a:t>
            </a:r>
          </a:p>
          <a:p>
            <a:endParaRPr lang="en-DE" dirty="0"/>
          </a:p>
        </p:txBody>
      </p:sp>
    </p:spTree>
    <p:extLst>
      <p:ext uri="{BB962C8B-B14F-4D97-AF65-F5344CB8AC3E}">
        <p14:creationId xmlns:p14="http://schemas.microsoft.com/office/powerpoint/2010/main" val="1955651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B8A00-5865-3CB0-E0E4-17F0E4F61821}"/>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3C2C02E8-5793-9623-7342-2470992F5C98}"/>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4</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C8460947-8A2D-5B08-812F-FF9540018E39}"/>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89E69290-ADED-5690-A610-B8DCEBC7D9DD}"/>
              </a:ext>
            </a:extLst>
          </p:cNvPr>
          <p:cNvSpPr txBox="1">
            <a:spLocks noGrp="1"/>
          </p:cNvSpPr>
          <p:nvPr>
            <p:ph type="body" sz="quarter" idx="1"/>
          </p:nvPr>
        </p:nvSpPr>
        <p:spPr/>
        <p:txBody>
          <a:bodyPr/>
          <a:lstStyle/>
          <a:p>
            <a:endParaRPr lang="en-DE" dirty="0"/>
          </a:p>
        </p:txBody>
      </p:sp>
    </p:spTree>
    <p:extLst>
      <p:ext uri="{BB962C8B-B14F-4D97-AF65-F5344CB8AC3E}">
        <p14:creationId xmlns:p14="http://schemas.microsoft.com/office/powerpoint/2010/main" val="16852944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140D0-8692-E130-AE4E-1A5C3FF02599}"/>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7404BD4C-4608-8F4C-9369-2E1A84903AB6}"/>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5</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D0D77A1E-9A03-33B3-899D-4DDC89588391}"/>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1DEF497C-3C95-6732-B02F-D1914CFF736E}"/>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120354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29252-AD8A-365F-CAC5-77E5A36C6D32}"/>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C94BDFF8-349D-B2F1-8C4C-38805DC1A7BA}"/>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6</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15C1149A-FE88-13C1-3E5B-D5EFB08E4D1B}"/>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7BC65E7B-B328-A553-D2BA-EB64B5C4AB7F}"/>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37629593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486DC-27ED-9630-BD25-A6D9CB1764E0}"/>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280A95D5-C8D8-6184-8E14-699F35EAA480}"/>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7</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AC4794DA-0FD5-E824-DFD5-134C1D6AED1F}"/>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392FAB12-5447-0FA0-5164-5BCF88311B91}"/>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1323728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pPr lvl="0"/>
            <a:fld id="{62C876FF-0F98-4461-9741-A5EB3271767E}" type="slidenum">
              <a:rPr lang="en-DE" smtClean="0"/>
              <a:t>8</a:t>
            </a:fld>
            <a:endParaRPr lang="en-DE"/>
          </a:p>
        </p:txBody>
      </p:sp>
    </p:spTree>
    <p:extLst>
      <p:ext uri="{BB962C8B-B14F-4D97-AF65-F5344CB8AC3E}">
        <p14:creationId xmlns:p14="http://schemas.microsoft.com/office/powerpoint/2010/main" val="17749374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0DDF5-788E-E50E-4416-7818E2180658}"/>
            </a:ext>
          </a:extLst>
        </p:cNvPr>
        <p:cNvGrpSpPr/>
        <p:nvPr/>
      </p:nvGrpSpPr>
      <p:grpSpPr>
        <a:xfrm>
          <a:off x="0" y="0"/>
          <a:ext cx="0" cy="0"/>
          <a:chOff x="0" y="0"/>
          <a:chExt cx="0" cy="0"/>
        </a:xfrm>
      </p:grpSpPr>
      <p:sp>
        <p:nvSpPr>
          <p:cNvPr id="2" name="Slide Number Placeholder 6">
            <a:extLst>
              <a:ext uri="{FF2B5EF4-FFF2-40B4-BE49-F238E27FC236}">
                <a16:creationId xmlns:a16="http://schemas.microsoft.com/office/drawing/2014/main" id="{9C1EFE1E-F90D-D950-2FA6-AE68AEF34AEB}"/>
              </a:ext>
            </a:extLst>
          </p:cNvPr>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552984B9-6F2F-4C86-B20B-5DD78842F902}" type="slidenum">
              <a:t>9</a:t>
            </a:fld>
            <a:endParaRPr lang="en-US" sz="1400" b="0" i="0" u="none" strike="noStrike" kern="1200" cap="none" spc="0" baseline="0">
              <a:solidFill>
                <a:srgbClr val="000000"/>
              </a:solidFill>
              <a:uFillTx/>
              <a:latin typeface="Liberation Serif" pitchFamily="18"/>
              <a:ea typeface="DejaVu Sans" pitchFamily="2"/>
              <a:cs typeface="DejaVu Sans" pitchFamily="2"/>
            </a:endParaRPr>
          </a:p>
        </p:txBody>
      </p:sp>
      <p:sp>
        <p:nvSpPr>
          <p:cNvPr id="3" name="Slide Image Placeholder 1">
            <a:extLst>
              <a:ext uri="{FF2B5EF4-FFF2-40B4-BE49-F238E27FC236}">
                <a16:creationId xmlns:a16="http://schemas.microsoft.com/office/drawing/2014/main" id="{6B8B5916-03F2-E079-CF92-31DD082B1E09}"/>
              </a:ext>
            </a:extLst>
          </p:cNvPr>
          <p:cNvSpPr>
            <a:spLocks noGrp="1" noRot="1" noChangeAspect="1"/>
          </p:cNvSpPr>
          <p:nvPr>
            <p:ph type="sldImg"/>
          </p:nvPr>
        </p:nvSpPr>
        <p:spPr>
          <a:xfrm>
            <a:off x="533400" y="763588"/>
            <a:ext cx="6704013" cy="3771900"/>
          </a:xfrm>
          <a:solidFill>
            <a:srgbClr val="729FCF"/>
          </a:solidFill>
          <a:ln w="25402">
            <a:solidFill>
              <a:srgbClr val="3465A4"/>
            </a:solidFill>
            <a:prstDash val="solid"/>
          </a:ln>
        </p:spPr>
      </p:sp>
      <p:sp>
        <p:nvSpPr>
          <p:cNvPr id="4" name="Notes Placeholder 2">
            <a:extLst>
              <a:ext uri="{FF2B5EF4-FFF2-40B4-BE49-F238E27FC236}">
                <a16:creationId xmlns:a16="http://schemas.microsoft.com/office/drawing/2014/main" id="{E521245B-8B2E-666E-9DC9-BD2918C1E007}"/>
              </a:ext>
            </a:extLst>
          </p:cNvPr>
          <p:cNvSpPr txBox="1">
            <a:spLocks noGrp="1"/>
          </p:cNvSpPr>
          <p:nvPr>
            <p:ph type="body" sz="quarter" idx="1"/>
          </p:nvPr>
        </p:nvSpPr>
        <p:spPr/>
        <p:txBody>
          <a:bodyPr/>
          <a:lstStyle/>
          <a:p>
            <a:endParaRPr lang="en-DE"/>
          </a:p>
        </p:txBody>
      </p:sp>
    </p:spTree>
    <p:extLst>
      <p:ext uri="{BB962C8B-B14F-4D97-AF65-F5344CB8AC3E}">
        <p14:creationId xmlns:p14="http://schemas.microsoft.com/office/powerpoint/2010/main" val="2508042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0692-D582-2F05-E6E1-75FA21AC24A8}"/>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37A65ABE-6A03-70D0-92EB-5A2627253F16}"/>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
        <p:nvSpPr>
          <p:cNvPr id="4" name="Date Placeholder 3">
            <a:extLst>
              <a:ext uri="{FF2B5EF4-FFF2-40B4-BE49-F238E27FC236}">
                <a16:creationId xmlns:a16="http://schemas.microsoft.com/office/drawing/2014/main" id="{EF4E0434-2803-A8B0-2A4C-E14985E97AC7}"/>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D1FD409C-70C5-4D19-8F5C-953B5C43B164}"/>
              </a:ext>
            </a:extLst>
          </p:cNvPr>
          <p:cNvSpPr txBox="1">
            <a:spLocks noGrp="1"/>
          </p:cNvSpPr>
          <p:nvPr>
            <p:ph type="sldNum" sz="quarter" idx="8"/>
          </p:nvPr>
        </p:nvSpPr>
        <p:spPr/>
        <p:txBody>
          <a:bodyPr/>
          <a:lstStyle>
            <a:lvl1pPr>
              <a:defRPr/>
            </a:lvl1pPr>
          </a:lstStyle>
          <a:p>
            <a:pPr lvl="0"/>
            <a:fld id="{497A69B3-CB82-48A4-85DC-DB28B576C7D9}" type="slidenum">
              <a:t>‹#›</a:t>
            </a:fld>
            <a:endParaRPr lang="en-US"/>
          </a:p>
        </p:txBody>
      </p:sp>
    </p:spTree>
    <p:extLst>
      <p:ext uri="{BB962C8B-B14F-4D97-AF65-F5344CB8AC3E}">
        <p14:creationId xmlns:p14="http://schemas.microsoft.com/office/powerpoint/2010/main" val="49938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A4DFA-56A8-A429-BB0A-03AB366B05B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9C92BE78-A7A5-C53C-79E0-E0BB6D972370}"/>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246AE2-6A71-CC5C-B3C1-FCA0FBEF6FA3}"/>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7AF5F15-9115-F38D-A2D2-CF33FB413F31}"/>
              </a:ext>
            </a:extLst>
          </p:cNvPr>
          <p:cNvSpPr txBox="1">
            <a:spLocks noGrp="1"/>
          </p:cNvSpPr>
          <p:nvPr>
            <p:ph type="sldNum" sz="quarter" idx="8"/>
          </p:nvPr>
        </p:nvSpPr>
        <p:spPr/>
        <p:txBody>
          <a:bodyPr/>
          <a:lstStyle>
            <a:lvl1pPr>
              <a:defRPr/>
            </a:lvl1pPr>
          </a:lstStyle>
          <a:p>
            <a:pPr lvl="0"/>
            <a:fld id="{498D6634-5E44-4BFE-8C0C-4E32CDC28DD0}" type="slidenum">
              <a:t>‹#›</a:t>
            </a:fld>
            <a:endParaRPr lang="en-US"/>
          </a:p>
        </p:txBody>
      </p:sp>
    </p:spTree>
    <p:extLst>
      <p:ext uri="{BB962C8B-B14F-4D97-AF65-F5344CB8AC3E}">
        <p14:creationId xmlns:p14="http://schemas.microsoft.com/office/powerpoint/2010/main" val="2024984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8E96-9306-2AC7-5D59-0057A8D5CED4}"/>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B2E694A1-89C8-2383-E71D-F09DBA6B5D4A}"/>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0B1FC8C6-B589-8D28-762B-4BD12F167A3E}"/>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1A8442E9-6C1D-5BBE-6FF0-341BB8B564B2}"/>
              </a:ext>
            </a:extLst>
          </p:cNvPr>
          <p:cNvSpPr txBox="1">
            <a:spLocks noGrp="1"/>
          </p:cNvSpPr>
          <p:nvPr>
            <p:ph type="sldNum" sz="quarter" idx="8"/>
          </p:nvPr>
        </p:nvSpPr>
        <p:spPr/>
        <p:txBody>
          <a:bodyPr/>
          <a:lstStyle>
            <a:lvl1pPr>
              <a:defRPr/>
            </a:lvl1pPr>
          </a:lstStyle>
          <a:p>
            <a:pPr lvl="0"/>
            <a:fld id="{4CC6EC41-B1FB-40ED-B3CA-EAEEB8A0FC59}" type="slidenum">
              <a:t>‹#›</a:t>
            </a:fld>
            <a:endParaRPr lang="en-US"/>
          </a:p>
        </p:txBody>
      </p:sp>
    </p:spTree>
    <p:extLst>
      <p:ext uri="{BB962C8B-B14F-4D97-AF65-F5344CB8AC3E}">
        <p14:creationId xmlns:p14="http://schemas.microsoft.com/office/powerpoint/2010/main" val="3884711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A79AD-E879-2C21-6EBF-730FB99BA61D}"/>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49D8CDDF-F509-BA6C-0D60-820167E81C01}"/>
              </a:ext>
            </a:extLst>
          </p:cNvPr>
          <p:cNvSpPr txBox="1">
            <a:spLocks noGrp="1"/>
          </p:cNvSpPr>
          <p:nvPr>
            <p:ph idx="1"/>
          </p:nvPr>
        </p:nvSpPr>
        <p:spPr>
          <a:xfrm>
            <a:off x="503240" y="1463670"/>
            <a:ext cx="4459291"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A8C37E-72B9-2BA7-CC06-6E3A8C1C6E1A}"/>
              </a:ext>
            </a:extLst>
          </p:cNvPr>
          <p:cNvSpPr txBox="1">
            <a:spLocks noGrp="1"/>
          </p:cNvSpPr>
          <p:nvPr>
            <p:ph idx="2"/>
          </p:nvPr>
        </p:nvSpPr>
        <p:spPr>
          <a:xfrm>
            <a:off x="5114925" y="1463670"/>
            <a:ext cx="4460872" cy="41148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1CC2506-4356-DC3E-1033-D9EE85C8D52C}"/>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957694D4-A99E-4BCB-FF32-D559DECE3570}"/>
              </a:ext>
            </a:extLst>
          </p:cNvPr>
          <p:cNvSpPr txBox="1">
            <a:spLocks noGrp="1"/>
          </p:cNvSpPr>
          <p:nvPr>
            <p:ph type="sldNum" sz="quarter" idx="8"/>
          </p:nvPr>
        </p:nvSpPr>
        <p:spPr/>
        <p:txBody>
          <a:bodyPr/>
          <a:lstStyle>
            <a:lvl1pPr>
              <a:defRPr/>
            </a:lvl1pPr>
          </a:lstStyle>
          <a:p>
            <a:pPr lvl="0"/>
            <a:fld id="{0E093AF5-B7C8-49F7-AD50-244FB35223D7}" type="slidenum">
              <a:t>‹#›</a:t>
            </a:fld>
            <a:endParaRPr lang="en-US"/>
          </a:p>
        </p:txBody>
      </p:sp>
    </p:spTree>
    <p:extLst>
      <p:ext uri="{BB962C8B-B14F-4D97-AF65-F5344CB8AC3E}">
        <p14:creationId xmlns:p14="http://schemas.microsoft.com/office/powerpoint/2010/main" val="21640785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82374-F860-FD29-0BE6-18E521D52B2B}"/>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9C256535-6240-CB08-A4C7-AAC4E7827DEC}"/>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D0018BF4-C6D5-3F0E-5241-F5989C0471B0}"/>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9CCF9B-2DE2-4FF3-9605-4244221185CD}"/>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D465416-4190-CC53-106F-80A968E61045}"/>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58252A-B0CA-5927-4128-285E93AEDC98}"/>
              </a:ext>
            </a:extLst>
          </p:cNvPr>
          <p:cNvSpPr txBox="1">
            <a:spLocks noGrp="1"/>
          </p:cNvSpPr>
          <p:nvPr>
            <p:ph type="dt" sz="half" idx="7"/>
          </p:nvPr>
        </p:nvSpPr>
        <p:spPr/>
        <p:txBody>
          <a:bodyPr/>
          <a:lstStyle>
            <a:lvl1pPr>
              <a:defRPr/>
            </a:lvl1pPr>
          </a:lstStyle>
          <a:p>
            <a:pPr lvl="0"/>
            <a:endParaRPr lang="en-US"/>
          </a:p>
        </p:txBody>
      </p:sp>
      <p:sp>
        <p:nvSpPr>
          <p:cNvPr id="8" name="Slide Number Placeholder 7">
            <a:extLst>
              <a:ext uri="{FF2B5EF4-FFF2-40B4-BE49-F238E27FC236}">
                <a16:creationId xmlns:a16="http://schemas.microsoft.com/office/drawing/2014/main" id="{45E75EB1-8997-93A4-1BBA-8409A0EC66AC}"/>
              </a:ext>
            </a:extLst>
          </p:cNvPr>
          <p:cNvSpPr txBox="1">
            <a:spLocks noGrp="1"/>
          </p:cNvSpPr>
          <p:nvPr>
            <p:ph type="sldNum" sz="quarter" idx="8"/>
          </p:nvPr>
        </p:nvSpPr>
        <p:spPr/>
        <p:txBody>
          <a:bodyPr/>
          <a:lstStyle>
            <a:lvl1pPr>
              <a:defRPr/>
            </a:lvl1pPr>
          </a:lstStyle>
          <a:p>
            <a:pPr lvl="0"/>
            <a:fld id="{9EF0F5E4-7714-48B3-BC87-5ED985E3193E}" type="slidenum">
              <a:t>‹#›</a:t>
            </a:fld>
            <a:endParaRPr lang="en-US"/>
          </a:p>
        </p:txBody>
      </p:sp>
    </p:spTree>
    <p:extLst>
      <p:ext uri="{BB962C8B-B14F-4D97-AF65-F5344CB8AC3E}">
        <p14:creationId xmlns:p14="http://schemas.microsoft.com/office/powerpoint/2010/main" val="1496683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71549-F8A8-5860-C55E-5BE6DC7BAF28}"/>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Date Placeholder 2">
            <a:extLst>
              <a:ext uri="{FF2B5EF4-FFF2-40B4-BE49-F238E27FC236}">
                <a16:creationId xmlns:a16="http://schemas.microsoft.com/office/drawing/2014/main" id="{155A75F9-A035-C691-CA77-7C3B65DD0A15}"/>
              </a:ext>
            </a:extLst>
          </p:cNvPr>
          <p:cNvSpPr txBox="1">
            <a:spLocks noGrp="1"/>
          </p:cNvSpPr>
          <p:nvPr>
            <p:ph type="dt" sz="half" idx="7"/>
          </p:nvPr>
        </p:nvSpPr>
        <p:spPr/>
        <p:txBody>
          <a:bodyPr/>
          <a:lstStyle>
            <a:lvl1pPr>
              <a:defRPr/>
            </a:lvl1pPr>
          </a:lstStyle>
          <a:p>
            <a:pPr lvl="0"/>
            <a:endParaRPr lang="en-US"/>
          </a:p>
        </p:txBody>
      </p:sp>
      <p:sp>
        <p:nvSpPr>
          <p:cNvPr id="4" name="Slide Number Placeholder 3">
            <a:extLst>
              <a:ext uri="{FF2B5EF4-FFF2-40B4-BE49-F238E27FC236}">
                <a16:creationId xmlns:a16="http://schemas.microsoft.com/office/drawing/2014/main" id="{54611A37-B070-519D-D972-53B4F8CC6B2E}"/>
              </a:ext>
            </a:extLst>
          </p:cNvPr>
          <p:cNvSpPr txBox="1">
            <a:spLocks noGrp="1"/>
          </p:cNvSpPr>
          <p:nvPr>
            <p:ph type="sldNum" sz="quarter" idx="8"/>
          </p:nvPr>
        </p:nvSpPr>
        <p:spPr/>
        <p:txBody>
          <a:bodyPr/>
          <a:lstStyle>
            <a:lvl1pPr>
              <a:defRPr/>
            </a:lvl1pPr>
          </a:lstStyle>
          <a:p>
            <a:pPr lvl="0"/>
            <a:fld id="{7AD336F7-0458-41A4-BD70-F426082592B4}" type="slidenum">
              <a:t>‹#›</a:t>
            </a:fld>
            <a:endParaRPr lang="en-US"/>
          </a:p>
        </p:txBody>
      </p:sp>
    </p:spTree>
    <p:extLst>
      <p:ext uri="{BB962C8B-B14F-4D97-AF65-F5344CB8AC3E}">
        <p14:creationId xmlns:p14="http://schemas.microsoft.com/office/powerpoint/2010/main" val="1650182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29E8A-EC55-27B8-683B-4B39300CC6EA}"/>
              </a:ext>
            </a:extLst>
          </p:cNvPr>
          <p:cNvSpPr txBox="1">
            <a:spLocks noGrp="1"/>
          </p:cNvSpPr>
          <p:nvPr>
            <p:ph type="dt" sz="half" idx="7"/>
          </p:nvPr>
        </p:nvSpPr>
        <p:spPr/>
        <p:txBody>
          <a:bodyPr/>
          <a:lstStyle>
            <a:lvl1pPr>
              <a:defRPr/>
            </a:lvl1pPr>
          </a:lstStyle>
          <a:p>
            <a:pPr lvl="0"/>
            <a:endParaRPr lang="en-US"/>
          </a:p>
        </p:txBody>
      </p:sp>
      <p:sp>
        <p:nvSpPr>
          <p:cNvPr id="3" name="Slide Number Placeholder 2">
            <a:extLst>
              <a:ext uri="{FF2B5EF4-FFF2-40B4-BE49-F238E27FC236}">
                <a16:creationId xmlns:a16="http://schemas.microsoft.com/office/drawing/2014/main" id="{ABD67047-A896-27F8-6BBF-F15CBDC55EEA}"/>
              </a:ext>
            </a:extLst>
          </p:cNvPr>
          <p:cNvSpPr txBox="1">
            <a:spLocks noGrp="1"/>
          </p:cNvSpPr>
          <p:nvPr>
            <p:ph type="sldNum" sz="quarter" idx="8"/>
          </p:nvPr>
        </p:nvSpPr>
        <p:spPr/>
        <p:txBody>
          <a:bodyPr/>
          <a:lstStyle>
            <a:lvl1pPr>
              <a:defRPr/>
            </a:lvl1pPr>
          </a:lstStyle>
          <a:p>
            <a:pPr lvl="0"/>
            <a:fld id="{44A031C5-4224-4C08-8D79-4AE8468A35F2}" type="slidenum">
              <a:t>‹#›</a:t>
            </a:fld>
            <a:endParaRPr lang="en-US"/>
          </a:p>
        </p:txBody>
      </p:sp>
    </p:spTree>
    <p:extLst>
      <p:ext uri="{BB962C8B-B14F-4D97-AF65-F5344CB8AC3E}">
        <p14:creationId xmlns:p14="http://schemas.microsoft.com/office/powerpoint/2010/main" val="17374303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73C84-D9D0-1C5D-649A-F0529D55DED1}"/>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F26F807D-2442-BBD9-BE44-2AA7E8FB1514}"/>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0CA880-3D79-6C1D-FE7A-DE9AD82F09CB}"/>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16E0A4F-C16D-9447-6361-BBB53B537D1E}"/>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84F2591E-EF53-1E1F-7FB0-A19AB4AC3795}"/>
              </a:ext>
            </a:extLst>
          </p:cNvPr>
          <p:cNvSpPr txBox="1">
            <a:spLocks noGrp="1"/>
          </p:cNvSpPr>
          <p:nvPr>
            <p:ph type="sldNum" sz="quarter" idx="8"/>
          </p:nvPr>
        </p:nvSpPr>
        <p:spPr/>
        <p:txBody>
          <a:bodyPr/>
          <a:lstStyle>
            <a:lvl1pPr>
              <a:defRPr/>
            </a:lvl1pPr>
          </a:lstStyle>
          <a:p>
            <a:pPr lvl="0"/>
            <a:fld id="{47DB112C-0D5A-4A56-B951-2E51CB205511}" type="slidenum">
              <a:t>‹#›</a:t>
            </a:fld>
            <a:endParaRPr lang="en-US"/>
          </a:p>
        </p:txBody>
      </p:sp>
    </p:spTree>
    <p:extLst>
      <p:ext uri="{BB962C8B-B14F-4D97-AF65-F5344CB8AC3E}">
        <p14:creationId xmlns:p14="http://schemas.microsoft.com/office/powerpoint/2010/main" val="2472575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E3E0C-4CC1-6057-DF6D-E828D84F5953}"/>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FE5128CD-E2BA-5690-0DF6-850E550BE658}"/>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F5F39B6B-1901-21B3-B270-AB0F1F74AF28}"/>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C7F3E415-B17E-9D9C-D4F3-40A416C9CFA1}"/>
              </a:ext>
            </a:extLst>
          </p:cNvPr>
          <p:cNvSpPr txBox="1">
            <a:spLocks noGrp="1"/>
          </p:cNvSpPr>
          <p:nvPr>
            <p:ph type="dt" sz="half" idx="7"/>
          </p:nvPr>
        </p:nvSpPr>
        <p:spPr/>
        <p:txBody>
          <a:bodyPr/>
          <a:lstStyle>
            <a:lvl1pPr>
              <a:defRPr/>
            </a:lvl1pPr>
          </a:lstStyle>
          <a:p>
            <a:pPr lvl="0"/>
            <a:endParaRPr lang="en-US"/>
          </a:p>
        </p:txBody>
      </p:sp>
      <p:sp>
        <p:nvSpPr>
          <p:cNvPr id="6" name="Slide Number Placeholder 5">
            <a:extLst>
              <a:ext uri="{FF2B5EF4-FFF2-40B4-BE49-F238E27FC236}">
                <a16:creationId xmlns:a16="http://schemas.microsoft.com/office/drawing/2014/main" id="{AE58ACDB-ACB6-526E-A4EC-32CBEA49FB28}"/>
              </a:ext>
            </a:extLst>
          </p:cNvPr>
          <p:cNvSpPr txBox="1">
            <a:spLocks noGrp="1"/>
          </p:cNvSpPr>
          <p:nvPr>
            <p:ph type="sldNum" sz="quarter" idx="8"/>
          </p:nvPr>
        </p:nvSpPr>
        <p:spPr/>
        <p:txBody>
          <a:bodyPr/>
          <a:lstStyle>
            <a:lvl1pPr>
              <a:defRPr/>
            </a:lvl1pPr>
          </a:lstStyle>
          <a:p>
            <a:pPr lvl="0"/>
            <a:fld id="{D514BC18-A0FC-4D3C-9995-2BDDD279168D}" type="slidenum">
              <a:t>‹#›</a:t>
            </a:fld>
            <a:endParaRPr lang="en-US"/>
          </a:p>
        </p:txBody>
      </p:sp>
    </p:spTree>
    <p:extLst>
      <p:ext uri="{BB962C8B-B14F-4D97-AF65-F5344CB8AC3E}">
        <p14:creationId xmlns:p14="http://schemas.microsoft.com/office/powerpoint/2010/main" val="55989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384B9-F1B1-453F-D79E-23E4B256B74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56A28298-4D3C-40F2-CBD5-34B5E758A62B}"/>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BFB841-11AE-DB00-E2AB-C02353997CAB}"/>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FD9CE52C-1D19-1480-38D3-95A8C8889514}"/>
              </a:ext>
            </a:extLst>
          </p:cNvPr>
          <p:cNvSpPr txBox="1">
            <a:spLocks noGrp="1"/>
          </p:cNvSpPr>
          <p:nvPr>
            <p:ph type="sldNum" sz="quarter" idx="8"/>
          </p:nvPr>
        </p:nvSpPr>
        <p:spPr/>
        <p:txBody>
          <a:bodyPr/>
          <a:lstStyle>
            <a:lvl1pPr>
              <a:defRPr/>
            </a:lvl1pPr>
          </a:lstStyle>
          <a:p>
            <a:pPr lvl="0"/>
            <a:fld id="{05CD21F2-7F5F-4479-A848-31E033094BF8}" type="slidenum">
              <a:t>‹#›</a:t>
            </a:fld>
            <a:endParaRPr lang="en-US"/>
          </a:p>
        </p:txBody>
      </p:sp>
    </p:spTree>
    <p:extLst>
      <p:ext uri="{BB962C8B-B14F-4D97-AF65-F5344CB8AC3E}">
        <p14:creationId xmlns:p14="http://schemas.microsoft.com/office/powerpoint/2010/main" val="966494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3F86DA-83E6-5622-0B7A-359E73E162E9}"/>
              </a:ext>
            </a:extLst>
          </p:cNvPr>
          <p:cNvSpPr txBox="1">
            <a:spLocks noGrp="1"/>
          </p:cNvSpPr>
          <p:nvPr>
            <p:ph type="title" orient="vert"/>
          </p:nvPr>
        </p:nvSpPr>
        <p:spPr>
          <a:xfrm>
            <a:off x="7308854" y="801691"/>
            <a:ext cx="2266953" cy="4776789"/>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2E72B167-181F-FB00-68BD-BA58A15B2EB4}"/>
              </a:ext>
            </a:extLst>
          </p:cNvPr>
          <p:cNvSpPr txBox="1">
            <a:spLocks noGrp="1"/>
          </p:cNvSpPr>
          <p:nvPr>
            <p:ph type="body" orient="vert" idx="1"/>
          </p:nvPr>
        </p:nvSpPr>
        <p:spPr>
          <a:xfrm>
            <a:off x="503240" y="801691"/>
            <a:ext cx="6653210" cy="477678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B0E4E7-BBE7-BEB9-D85F-E19340A549C4}"/>
              </a:ext>
            </a:extLst>
          </p:cNvPr>
          <p:cNvSpPr txBox="1">
            <a:spLocks noGrp="1"/>
          </p:cNvSpPr>
          <p:nvPr>
            <p:ph type="dt" sz="half" idx="7"/>
          </p:nvPr>
        </p:nvSpPr>
        <p:spPr/>
        <p:txBody>
          <a:bodyPr/>
          <a:lstStyle>
            <a:lvl1pPr>
              <a:defRPr/>
            </a:lvl1pPr>
          </a:lstStyle>
          <a:p>
            <a:pPr lvl="0"/>
            <a:endParaRPr lang="en-US"/>
          </a:p>
        </p:txBody>
      </p:sp>
      <p:sp>
        <p:nvSpPr>
          <p:cNvPr id="5" name="Slide Number Placeholder 4">
            <a:extLst>
              <a:ext uri="{FF2B5EF4-FFF2-40B4-BE49-F238E27FC236}">
                <a16:creationId xmlns:a16="http://schemas.microsoft.com/office/drawing/2014/main" id="{3B290E01-4B5B-E885-AFB5-30696B386D02}"/>
              </a:ext>
            </a:extLst>
          </p:cNvPr>
          <p:cNvSpPr txBox="1">
            <a:spLocks noGrp="1"/>
          </p:cNvSpPr>
          <p:nvPr>
            <p:ph type="sldNum" sz="quarter" idx="8"/>
          </p:nvPr>
        </p:nvSpPr>
        <p:spPr/>
        <p:txBody>
          <a:bodyPr/>
          <a:lstStyle>
            <a:lvl1pPr>
              <a:defRPr/>
            </a:lvl1pPr>
          </a:lstStyle>
          <a:p>
            <a:pPr lvl="0"/>
            <a:fld id="{FC1DBD68-169B-4B72-8FFE-DAD6733BBA8A}" type="slidenum">
              <a:t>‹#›</a:t>
            </a:fld>
            <a:endParaRPr lang="en-US"/>
          </a:p>
        </p:txBody>
      </p:sp>
    </p:spTree>
    <p:extLst>
      <p:ext uri="{BB962C8B-B14F-4D97-AF65-F5344CB8AC3E}">
        <p14:creationId xmlns:p14="http://schemas.microsoft.com/office/powerpoint/2010/main" val="16192571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9DCE4-9602-1954-C57E-A51213F0C30A}"/>
              </a:ext>
            </a:extLst>
          </p:cNvPr>
          <p:cNvSpPr txBox="1">
            <a:spLocks noGrp="1"/>
          </p:cNvSpPr>
          <p:nvPr>
            <p:ph type="ctrTitle"/>
          </p:nvPr>
        </p:nvSpPr>
        <p:spPr>
          <a:xfrm>
            <a:off x="1260472" y="928692"/>
            <a:ext cx="7559673" cy="1973266"/>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7D46605A-0FB7-6269-A6C6-72CB20FB6458}"/>
              </a:ext>
            </a:extLst>
          </p:cNvPr>
          <p:cNvSpPr txBox="1">
            <a:spLocks noGrp="1"/>
          </p:cNvSpPr>
          <p:nvPr>
            <p:ph type="subTitle" idx="1"/>
          </p:nvPr>
        </p:nvSpPr>
        <p:spPr>
          <a:xfrm>
            <a:off x="1260472" y="2978145"/>
            <a:ext cx="7559673" cy="1370008"/>
          </a:xfrm>
        </p:spPr>
        <p:txBody>
          <a:bodyPr anchorCtr="1"/>
          <a:lstStyle>
            <a:lvl1pPr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13151143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FA53-C44E-B783-0358-79C31043AF55}"/>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7603E10F-836F-1B6D-FAB8-C192278D0E38}"/>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2942988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393E9-7C0A-63E7-A4FC-50276A0AC65C}"/>
              </a:ext>
            </a:extLst>
          </p:cNvPr>
          <p:cNvSpPr txBox="1">
            <a:spLocks noGrp="1"/>
          </p:cNvSpPr>
          <p:nvPr>
            <p:ph type="title"/>
          </p:nvPr>
        </p:nvSpPr>
        <p:spPr>
          <a:xfrm>
            <a:off x="687391" y="1414467"/>
            <a:ext cx="8694736" cy="2357432"/>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B7B763B-80A2-CC1E-8D09-EDE7E8E8C1C4}"/>
              </a:ext>
            </a:extLst>
          </p:cNvPr>
          <p:cNvSpPr txBox="1">
            <a:spLocks noGrp="1"/>
          </p:cNvSpPr>
          <p:nvPr>
            <p:ph type="body" idx="1"/>
          </p:nvPr>
        </p:nvSpPr>
        <p:spPr>
          <a:xfrm>
            <a:off x="687391" y="3794129"/>
            <a:ext cx="8694736" cy="1241426"/>
          </a:xfrm>
        </p:spPr>
        <p:txBody>
          <a:bodyPr/>
          <a:lstStyle>
            <a:lvl1pPr>
              <a:buNone/>
              <a:defRPr sz="2400">
                <a:solidFill>
                  <a:srgbClr val="898989"/>
                </a:solidFill>
              </a:defRPr>
            </a:lvl1pPr>
          </a:lstStyle>
          <a:p>
            <a:pPr lvl="0"/>
            <a:r>
              <a:rPr lang="en-US"/>
              <a:t>Click to edit Master text styles</a:t>
            </a:r>
          </a:p>
        </p:txBody>
      </p:sp>
    </p:spTree>
    <p:extLst>
      <p:ext uri="{BB962C8B-B14F-4D97-AF65-F5344CB8AC3E}">
        <p14:creationId xmlns:p14="http://schemas.microsoft.com/office/powerpoint/2010/main" val="2763864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249C7-3275-D0A1-08AC-D51EA6185C53}"/>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37C57F8-E6BD-AD05-AB5F-60A868B9B644}"/>
              </a:ext>
            </a:extLst>
          </p:cNvPr>
          <p:cNvSpPr txBox="1">
            <a:spLocks noGrp="1"/>
          </p:cNvSpPr>
          <p:nvPr>
            <p:ph idx="1"/>
          </p:nvPr>
        </p:nvSpPr>
        <p:spPr>
          <a:xfrm>
            <a:off x="503240" y="4022729"/>
            <a:ext cx="4459291"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8E6BAE-169E-0E0A-99E6-1ED153E461CA}"/>
              </a:ext>
            </a:extLst>
          </p:cNvPr>
          <p:cNvSpPr txBox="1">
            <a:spLocks noGrp="1"/>
          </p:cNvSpPr>
          <p:nvPr>
            <p:ph idx="2"/>
          </p:nvPr>
        </p:nvSpPr>
        <p:spPr>
          <a:xfrm>
            <a:off x="5114925" y="4022729"/>
            <a:ext cx="4460872" cy="1533521"/>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50507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9007-141D-A4D5-CED8-FBF2E8840654}"/>
              </a:ext>
            </a:extLst>
          </p:cNvPr>
          <p:cNvSpPr txBox="1">
            <a:spLocks noGrp="1"/>
          </p:cNvSpPr>
          <p:nvPr>
            <p:ph type="title"/>
          </p:nvPr>
        </p:nvSpPr>
        <p:spPr>
          <a:xfrm>
            <a:off x="693736" y="301623"/>
            <a:ext cx="8694736" cy="10969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D1B96B6F-6CCB-399E-3B9F-A5B7F5DC6634}"/>
              </a:ext>
            </a:extLst>
          </p:cNvPr>
          <p:cNvSpPr txBox="1">
            <a:spLocks noGrp="1"/>
          </p:cNvSpPr>
          <p:nvPr>
            <p:ph type="body" idx="1"/>
          </p:nvPr>
        </p:nvSpPr>
        <p:spPr>
          <a:xfrm>
            <a:off x="693736" y="1390646"/>
            <a:ext cx="4265611" cy="681035"/>
          </a:xfrm>
        </p:spPr>
        <p:txBody>
          <a:bodyPr anchor="b"/>
          <a:lstStyle>
            <a:lvl1pPr>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6622E011-684B-7427-F1D5-CDF35EC84123}"/>
              </a:ext>
            </a:extLst>
          </p:cNvPr>
          <p:cNvSpPr txBox="1">
            <a:spLocks noGrp="1"/>
          </p:cNvSpPr>
          <p:nvPr>
            <p:ph idx="2"/>
          </p:nvPr>
        </p:nvSpPr>
        <p:spPr>
          <a:xfrm>
            <a:off x="693736" y="2071692"/>
            <a:ext cx="4265611"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37C219-7646-F80C-0E91-D773877F541B}"/>
              </a:ext>
            </a:extLst>
          </p:cNvPr>
          <p:cNvSpPr txBox="1">
            <a:spLocks noGrp="1"/>
          </p:cNvSpPr>
          <p:nvPr>
            <p:ph type="body" idx="3"/>
          </p:nvPr>
        </p:nvSpPr>
        <p:spPr>
          <a:xfrm>
            <a:off x="5103815" y="1390646"/>
            <a:ext cx="4284658" cy="681035"/>
          </a:xfrm>
        </p:spPr>
        <p:txBody>
          <a:bodyPr anchor="b"/>
          <a:lstStyle>
            <a:lvl1pPr>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B866E523-9128-5C6B-A578-F094D92BE439}"/>
              </a:ext>
            </a:extLst>
          </p:cNvPr>
          <p:cNvSpPr txBox="1">
            <a:spLocks noGrp="1"/>
          </p:cNvSpPr>
          <p:nvPr>
            <p:ph idx="4"/>
          </p:nvPr>
        </p:nvSpPr>
        <p:spPr>
          <a:xfrm>
            <a:off x="5103815" y="2071692"/>
            <a:ext cx="4284658" cy="3046415"/>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182439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7979D-B5EA-4ABF-DAB9-3CE486FFCEA4}"/>
              </a:ext>
            </a:extLst>
          </p:cNvPr>
          <p:cNvSpPr txBox="1">
            <a:spLocks noGrp="1"/>
          </p:cNvSpPr>
          <p:nvPr>
            <p:ph type="title"/>
          </p:nvPr>
        </p:nvSpPr>
        <p:spPr/>
        <p:txBody>
          <a:bodyPr/>
          <a:lstStyle>
            <a:lvl1pPr>
              <a:defRPr/>
            </a:lvl1pPr>
          </a:lstStyle>
          <a:p>
            <a:pPr lvl="0"/>
            <a:r>
              <a:rPr lang="en-US"/>
              <a:t>Click to edit Master title style</a:t>
            </a:r>
            <a:endParaRPr lang="en-IN"/>
          </a:p>
        </p:txBody>
      </p:sp>
    </p:spTree>
    <p:extLst>
      <p:ext uri="{BB962C8B-B14F-4D97-AF65-F5344CB8AC3E}">
        <p14:creationId xmlns:p14="http://schemas.microsoft.com/office/powerpoint/2010/main" val="3446437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518129"/>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1022D-E63C-ADED-BF8F-47B1E6FD3FD8}"/>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E619D4CE-DF31-48F6-09ED-660365C52351}"/>
              </a:ext>
            </a:extLst>
          </p:cNvPr>
          <p:cNvSpPr txBox="1">
            <a:spLocks noGrp="1"/>
          </p:cNvSpPr>
          <p:nvPr>
            <p:ph idx="1"/>
          </p:nvPr>
        </p:nvSpPr>
        <p:spPr>
          <a:xfrm>
            <a:off x="4286249" y="815973"/>
            <a:ext cx="5102223" cy="4030666"/>
          </a:xfrm>
        </p:spPr>
        <p:txBody>
          <a:bodyPr/>
          <a:lstStyle>
            <a:lvl1pPr>
              <a:defRPr sz="3200"/>
            </a:lvl1pPr>
            <a:lvl2pPr>
              <a:defRPr sz="2800"/>
            </a:lvl2pPr>
            <a:lvl3pPr>
              <a:defRPr sz="2400"/>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91601D2-8616-B8DC-31CF-4CDC9D06CFD0}"/>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39995932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ECF0F-ACEF-9614-532D-A0784F8383BB}"/>
              </a:ext>
            </a:extLst>
          </p:cNvPr>
          <p:cNvSpPr txBox="1">
            <a:spLocks noGrp="1"/>
          </p:cNvSpPr>
          <p:nvPr>
            <p:ph type="title"/>
          </p:nvPr>
        </p:nvSpPr>
        <p:spPr>
          <a:xfrm>
            <a:off x="693736" y="377820"/>
            <a:ext cx="3251204" cy="1323978"/>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0A9778C2-90E2-E62F-D3D1-38E6DCC0DE1D}"/>
              </a:ext>
            </a:extLst>
          </p:cNvPr>
          <p:cNvSpPr txBox="1">
            <a:spLocks noGrp="1"/>
          </p:cNvSpPr>
          <p:nvPr>
            <p:ph type="pic" idx="1"/>
          </p:nvPr>
        </p:nvSpPr>
        <p:spPr>
          <a:xfrm>
            <a:off x="4286249" y="815973"/>
            <a:ext cx="5102223" cy="4030666"/>
          </a:xfrm>
        </p:spPr>
        <p:txBody>
          <a:bodyPr/>
          <a:lstStyle>
            <a:lvl1pPr>
              <a:buNone/>
              <a:defRPr lang="en-IN" sz="3200"/>
            </a:lvl1pPr>
          </a:lstStyle>
          <a:p>
            <a:pPr lvl="0"/>
            <a:endParaRPr lang="en-IN"/>
          </a:p>
        </p:txBody>
      </p:sp>
      <p:sp>
        <p:nvSpPr>
          <p:cNvPr id="4" name="Text Placeholder 3">
            <a:extLst>
              <a:ext uri="{FF2B5EF4-FFF2-40B4-BE49-F238E27FC236}">
                <a16:creationId xmlns:a16="http://schemas.microsoft.com/office/drawing/2014/main" id="{4B85742C-90C0-1A3D-93BD-B6E2DC8ED2C6}"/>
              </a:ext>
            </a:extLst>
          </p:cNvPr>
          <p:cNvSpPr txBox="1">
            <a:spLocks noGrp="1"/>
          </p:cNvSpPr>
          <p:nvPr>
            <p:ph type="body" idx="2"/>
          </p:nvPr>
        </p:nvSpPr>
        <p:spPr>
          <a:xfrm>
            <a:off x="693736" y="1701798"/>
            <a:ext cx="3251204" cy="3151186"/>
          </a:xfrm>
        </p:spPr>
        <p:txBody>
          <a:bodyPr/>
          <a:lstStyle>
            <a:lvl1pPr>
              <a:buNone/>
              <a:defRPr sz="1600"/>
            </a:lvl1pPr>
          </a:lstStyle>
          <a:p>
            <a:pPr lvl="0"/>
            <a:r>
              <a:rPr lang="en-US"/>
              <a:t>Click to edit Master text styles</a:t>
            </a:r>
          </a:p>
        </p:txBody>
      </p:sp>
    </p:spTree>
    <p:extLst>
      <p:ext uri="{BB962C8B-B14F-4D97-AF65-F5344CB8AC3E}">
        <p14:creationId xmlns:p14="http://schemas.microsoft.com/office/powerpoint/2010/main" val="477649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B44A5-B15B-07D7-570C-38386DAC66E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82032055-F634-6506-5F2B-147E9D7FC33F}"/>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362405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CFB7CD-6551-E97F-0F07-664C45C0186B}"/>
              </a:ext>
            </a:extLst>
          </p:cNvPr>
          <p:cNvSpPr txBox="1">
            <a:spLocks noGrp="1"/>
          </p:cNvSpPr>
          <p:nvPr>
            <p:ph type="title" orient="vert"/>
          </p:nvPr>
        </p:nvSpPr>
        <p:spPr>
          <a:xfrm>
            <a:off x="7327901" y="2339977"/>
            <a:ext cx="2273298" cy="3216273"/>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99AC74AF-EF8C-6967-3381-733C15F9BFE8}"/>
              </a:ext>
            </a:extLst>
          </p:cNvPr>
          <p:cNvSpPr txBox="1">
            <a:spLocks noGrp="1"/>
          </p:cNvSpPr>
          <p:nvPr>
            <p:ph type="body" orient="vert" idx="1"/>
          </p:nvPr>
        </p:nvSpPr>
        <p:spPr>
          <a:xfrm>
            <a:off x="503240" y="2339977"/>
            <a:ext cx="6672257" cy="3216273"/>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450118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sv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A9C5BE-15A1-8A06-FB39-381A4CAB9D57}"/>
              </a:ext>
            </a:extLst>
          </p:cNvPr>
          <p:cNvSpPr txBox="1">
            <a:spLocks noGrp="1"/>
          </p:cNvSpPr>
          <p:nvPr>
            <p:ph type="title"/>
          </p:nvPr>
        </p:nvSpPr>
        <p:spPr>
          <a:xfrm>
            <a:off x="503998" y="802084"/>
            <a:ext cx="9071643" cy="478075"/>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3" name="Text Placeholder 2">
            <a:extLst>
              <a:ext uri="{FF2B5EF4-FFF2-40B4-BE49-F238E27FC236}">
                <a16:creationId xmlns:a16="http://schemas.microsoft.com/office/drawing/2014/main" id="{FBA3EA96-B93F-6BC0-9C73-78C4192D6713}"/>
              </a:ext>
            </a:extLst>
          </p:cNvPr>
          <p:cNvSpPr txBox="1">
            <a:spLocks noGrp="1"/>
          </p:cNvSpPr>
          <p:nvPr>
            <p:ph type="body" idx="1"/>
          </p:nvPr>
        </p:nvSpPr>
        <p:spPr>
          <a:xfrm>
            <a:off x="503998" y="1463040"/>
            <a:ext cx="9071643" cy="4114800"/>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sp>
        <p:nvSpPr>
          <p:cNvPr id="4" name="Date Placeholder 3">
            <a:extLst>
              <a:ext uri="{FF2B5EF4-FFF2-40B4-BE49-F238E27FC236}">
                <a16:creationId xmlns:a16="http://schemas.microsoft.com/office/drawing/2014/main" id="{D2168095-6E50-1BA7-8BD4-5BE018B4CFBB}"/>
              </a:ext>
            </a:extLst>
          </p:cNvPr>
          <p:cNvSpPr txBox="1">
            <a:spLocks noGrp="1"/>
          </p:cNvSpPr>
          <p:nvPr>
            <p:ph type="dt" sz="half" idx="2"/>
          </p:nvPr>
        </p:nvSpPr>
        <p:spPr>
          <a:xfrm>
            <a:off x="8797680" y="0"/>
            <a:ext cx="1188720" cy="390604"/>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endParaRPr lang="en-US"/>
          </a:p>
        </p:txBody>
      </p:sp>
      <p:sp>
        <p:nvSpPr>
          <p:cNvPr id="5" name="Slide Number Placeholder 4">
            <a:extLst>
              <a:ext uri="{FF2B5EF4-FFF2-40B4-BE49-F238E27FC236}">
                <a16:creationId xmlns:a16="http://schemas.microsoft.com/office/drawing/2014/main" id="{BC9F1455-F14E-6A5E-6F2C-20FB7DE2E522}"/>
              </a:ext>
            </a:extLst>
          </p:cNvPr>
          <p:cNvSpPr txBox="1">
            <a:spLocks noGrp="1"/>
          </p:cNvSpPr>
          <p:nvPr>
            <p:ph type="sldNum" sz="quarter" idx="4"/>
          </p:nvPr>
        </p:nvSpPr>
        <p:spPr>
          <a:xfrm>
            <a:off x="7334640" y="0"/>
            <a:ext cx="1280160" cy="390604"/>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200" b="0" i="0" u="none" strike="noStrike" kern="1200" cap="none" spc="0" baseline="0">
                <a:solidFill>
                  <a:srgbClr val="000000"/>
                </a:solidFill>
                <a:uFillTx/>
                <a:latin typeface="Roboto" pitchFamily="2"/>
                <a:ea typeface="DejaVu Sans" pitchFamily="2"/>
                <a:cs typeface="DejaVu Sans" pitchFamily="2"/>
              </a:defRPr>
            </a:lvl1pPr>
          </a:lstStyle>
          <a:p>
            <a:pPr lvl="0"/>
            <a:fld id="{BAAFB518-8F45-40CF-958A-A644436AFACC}" type="slidenum">
              <a:t>‹#›</a:t>
            </a:fld>
            <a:endParaRPr lang="en-US"/>
          </a:p>
        </p:txBody>
      </p:sp>
      <p:sp>
        <p:nvSpPr>
          <p:cNvPr id="6" name="Straight Connector 5">
            <a:extLst>
              <a:ext uri="{FF2B5EF4-FFF2-40B4-BE49-F238E27FC236}">
                <a16:creationId xmlns:a16="http://schemas.microsoft.com/office/drawing/2014/main" id="{64307DBA-4F74-FA31-04EE-2FF85A055EE1}"/>
              </a:ext>
            </a:extLst>
          </p:cNvPr>
          <p:cNvSpPr/>
          <p:nvPr/>
        </p:nvSpPr>
        <p:spPr>
          <a:xfrm>
            <a:off x="0" y="731520"/>
            <a:ext cx="10079998" cy="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36722" cap="flat">
            <a:solidFill>
              <a:srgbClr val="0073C0"/>
            </a:solidFill>
            <a:prstDash val="solid"/>
            <a:miter/>
          </a:ln>
        </p:spPr>
        <p:txBody>
          <a:bodyPr vert="horz" wrap="square" lIns="18361" tIns="18361" rIns="18361" bIns="18361"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pic>
        <p:nvPicPr>
          <p:cNvPr id="7" name="Graphic 6">
            <a:extLst>
              <a:ext uri="{FF2B5EF4-FFF2-40B4-BE49-F238E27FC236}">
                <a16:creationId xmlns:a16="http://schemas.microsoft.com/office/drawing/2014/main" id="{4FA6A9D4-19A3-F0C0-A096-07301A440B9D}"/>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503998" y="91440"/>
            <a:ext cx="3513956" cy="588242"/>
          </a:xfrm>
          <a:prstGeom prst="rect">
            <a:avLst/>
          </a:prstGeom>
          <a:noFill/>
          <a:ln cap="flat">
            <a:noFill/>
          </a:ln>
        </p:spPr>
      </p:pic>
      <p:sp>
        <p:nvSpPr>
          <p:cNvPr id="8" name="Straight Connector 7">
            <a:extLst>
              <a:ext uri="{FF2B5EF4-FFF2-40B4-BE49-F238E27FC236}">
                <a16:creationId xmlns:a16="http://schemas.microsoft.com/office/drawing/2014/main" id="{62FB32D1-2C4D-3477-3C58-EBF11C522819}"/>
              </a:ext>
            </a:extLst>
          </p:cNvPr>
          <p:cNvSpPr/>
          <p:nvPr/>
        </p:nvSpPr>
        <p:spPr>
          <a:xfrm>
            <a:off x="8706240" y="0"/>
            <a:ext cx="0" cy="182880"/>
          </a:xfrm>
          <a:custGeom>
            <a:avLst/>
            <a:gdLst>
              <a:gd name="f0" fmla="val 10800000"/>
              <a:gd name="f1" fmla="val 5400000"/>
              <a:gd name="f2" fmla="val 180"/>
              <a:gd name="f3" fmla="val w"/>
              <a:gd name="f4" fmla="val h"/>
              <a:gd name="f5" fmla="val ss"/>
              <a:gd name="f6" fmla="val 0"/>
              <a:gd name="f7" fmla="+- 0 0 -180"/>
              <a:gd name="f8" fmla="+- 0 0 -360"/>
              <a:gd name="f9" fmla="abs f3"/>
              <a:gd name="f10" fmla="abs f4"/>
              <a:gd name="f11" fmla="abs f5"/>
              <a:gd name="f12" fmla="val f6"/>
              <a:gd name="f13" fmla="*/ f7 f0 1"/>
              <a:gd name="f14" fmla="*/ f8 f0 1"/>
              <a:gd name="f15" fmla="?: f9 f3 1"/>
              <a:gd name="f16" fmla="?: f10 f4 1"/>
              <a:gd name="f17" fmla="?: f11 f5 1"/>
              <a:gd name="f18" fmla="*/ f13 1 f2"/>
              <a:gd name="f19" fmla="*/ f14 1 f2"/>
              <a:gd name="f20" fmla="*/ f15 1 21600"/>
              <a:gd name="f21" fmla="*/ f16 1 21600"/>
              <a:gd name="f22" fmla="*/ 21600 f15 1"/>
              <a:gd name="f23" fmla="*/ 21600 f16 1"/>
              <a:gd name="f24" fmla="+- f18 0 f1"/>
              <a:gd name="f25" fmla="+- f19 0 f1"/>
              <a:gd name="f26" fmla="min f21 f20"/>
              <a:gd name="f27" fmla="*/ f22 1 f17"/>
              <a:gd name="f28" fmla="*/ f23 1 f17"/>
              <a:gd name="f29" fmla="val f27"/>
              <a:gd name="f30" fmla="val f28"/>
              <a:gd name="f31" fmla="*/ f6 f26 1"/>
              <a:gd name="f32" fmla="*/ f27 f26 1"/>
              <a:gd name="f33" fmla="*/ f28 f26 1"/>
              <a:gd name="f34" fmla="*/ f12 f26 1"/>
              <a:gd name="f35" fmla="*/ f29 f26 1"/>
              <a:gd name="f36" fmla="*/ f30 f26 1"/>
            </a:gdLst>
            <a:ahLst/>
            <a:cxnLst>
              <a:cxn ang="3cd4">
                <a:pos x="hc" y="t"/>
              </a:cxn>
              <a:cxn ang="0">
                <a:pos x="r" y="vc"/>
              </a:cxn>
              <a:cxn ang="cd4">
                <a:pos x="hc" y="b"/>
              </a:cxn>
              <a:cxn ang="cd2">
                <a:pos x="l" y="vc"/>
              </a:cxn>
              <a:cxn ang="f24">
                <a:pos x="f34" y="f34"/>
              </a:cxn>
              <a:cxn ang="f25">
                <a:pos x="f35" y="f36"/>
              </a:cxn>
            </a:cxnLst>
            <a:rect l="f31" t="f31" r="f32" b="f33"/>
            <a:pathLst>
              <a:path>
                <a:moveTo>
                  <a:pt x="f34" y="f34"/>
                </a:moveTo>
                <a:lnTo>
                  <a:pt x="f35" y="f36"/>
                </a:lnTo>
              </a:path>
            </a:pathLst>
          </a:custGeom>
          <a:noFill/>
          <a:ln w="18361" cap="flat">
            <a:solidFill>
              <a:srgbClr val="0073C0"/>
            </a:solidFill>
            <a:prstDash val="solid"/>
            <a:miter/>
          </a:ln>
        </p:spPr>
        <p:txBody>
          <a:bodyPr vert="horz" wrap="square" lIns="9363" tIns="9363" rIns="9363" bIns="9363"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000000"/>
              </a:solidFill>
              <a:uFillTx/>
              <a:latin typeface="Liberation Serif" pitchFamily="18"/>
              <a:ea typeface="DejaVu Sans" pitchFamily="2"/>
              <a:cs typeface="DejaVu Sans" pitchFamily="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1415"/>
        </a:spcBef>
        <a:spcAft>
          <a:spcPts val="0"/>
        </a:spcAft>
        <a:buClr>
          <a:srgbClr val="0073C0"/>
        </a:buClr>
        <a:buSzPct val="75000"/>
        <a:buFont typeface="OpenSymbol"/>
        <a:buChar char="➢"/>
        <a:tabLst/>
        <a:defRPr lang="en-US" sz="2000" b="0" i="0" u="none" strike="noStrike" kern="1200" cap="none" spc="0" baseline="0">
          <a:solidFill>
            <a:srgbClr val="000000"/>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Freeform: Shape 1">
            <a:extLst>
              <a:ext uri="{FF2B5EF4-FFF2-40B4-BE49-F238E27FC236}">
                <a16:creationId xmlns:a16="http://schemas.microsoft.com/office/drawing/2014/main" id="{F5EB0B3B-C01D-A82C-1F7D-9D81A90A1F53}"/>
              </a:ext>
            </a:extLst>
          </p:cNvPr>
          <p:cNvSpPr/>
          <p:nvPr/>
        </p:nvSpPr>
        <p:spPr>
          <a:xfrm>
            <a:off x="0" y="3931920"/>
            <a:ext cx="10079998" cy="1738082"/>
          </a:xfrm>
          <a:custGeom>
            <a:avLst/>
            <a:gdLst>
              <a:gd name="f0" fmla="val w"/>
              <a:gd name="f1" fmla="val h"/>
              <a:gd name="f2" fmla="val 0"/>
              <a:gd name="f3" fmla="val 21600"/>
              <a:gd name="f4" fmla="*/ f0 1 21600"/>
              <a:gd name="f5" fmla="*/ f1 1 21600"/>
              <a:gd name="f6" fmla="val f2"/>
              <a:gd name="f7" fmla="val f3"/>
              <a:gd name="f8" fmla="+- f7 0 f6"/>
              <a:gd name="f9" fmla="*/ f8 1 21600"/>
              <a:gd name="f10" fmla="*/ f6 1 f9"/>
              <a:gd name="f11" fmla="*/ f7 1 f9"/>
              <a:gd name="f12" fmla="*/ f10 f4 1"/>
              <a:gd name="f13" fmla="*/ f11 f4 1"/>
              <a:gd name="f14" fmla="*/ f11 f5 1"/>
              <a:gd name="f15" fmla="*/ f10 f5 1"/>
            </a:gdLst>
            <a:ahLst/>
            <a:cxnLst>
              <a:cxn ang="3cd4">
                <a:pos x="hc" y="t"/>
              </a:cxn>
              <a:cxn ang="0">
                <a:pos x="r" y="vc"/>
              </a:cxn>
              <a:cxn ang="cd4">
                <a:pos x="hc" y="b"/>
              </a:cxn>
              <a:cxn ang="cd2">
                <a:pos x="l" y="vc"/>
              </a:cxn>
            </a:cxnLst>
            <a:rect l="f12" t="f15" r="f13" b="f14"/>
            <a:pathLst>
              <a:path w="21600" h="21600">
                <a:moveTo>
                  <a:pt x="f2" y="f2"/>
                </a:moveTo>
                <a:lnTo>
                  <a:pt x="f3" y="f2"/>
                </a:lnTo>
                <a:lnTo>
                  <a:pt x="f3" y="f3"/>
                </a:lnTo>
                <a:lnTo>
                  <a:pt x="f2" y="f3"/>
                </a:lnTo>
                <a:lnTo>
                  <a:pt x="f2" y="f2"/>
                </a:lnTo>
                <a:close/>
              </a:path>
            </a:pathLst>
          </a:custGeom>
          <a:solidFill>
            <a:srgbClr val="0073C0"/>
          </a:solidFill>
          <a:ln cap="flat">
            <a:noFill/>
            <a:prstDash val="solid"/>
          </a:ln>
        </p:spPr>
        <p:txBody>
          <a:bodyPr vert="horz" wrap="square" lIns="0" tIns="0" rIns="0" bIns="0" anchor="ctr"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2400" b="0" i="0" u="none" strike="noStrike" kern="1200" cap="none" spc="0" baseline="0">
              <a:solidFill>
                <a:srgbClr val="FFFFFF"/>
              </a:solidFill>
              <a:uFillTx/>
              <a:latin typeface="Liberation Serif" pitchFamily="18"/>
              <a:ea typeface="DejaVu Sans" pitchFamily="2"/>
              <a:cs typeface="DejaVu Sans" pitchFamily="2"/>
            </a:endParaRPr>
          </a:p>
        </p:txBody>
      </p:sp>
      <p:sp>
        <p:nvSpPr>
          <p:cNvPr id="3" name="Title Placeholder 2">
            <a:extLst>
              <a:ext uri="{FF2B5EF4-FFF2-40B4-BE49-F238E27FC236}">
                <a16:creationId xmlns:a16="http://schemas.microsoft.com/office/drawing/2014/main" id="{EF252B72-CDAB-D5D4-2366-A1D74C024CE5}"/>
              </a:ext>
            </a:extLst>
          </p:cNvPr>
          <p:cNvSpPr txBox="1">
            <a:spLocks noGrp="1"/>
          </p:cNvSpPr>
          <p:nvPr>
            <p:ph type="title"/>
          </p:nvPr>
        </p:nvSpPr>
        <p:spPr>
          <a:xfrm>
            <a:off x="529556" y="2339638"/>
            <a:ext cx="9071643" cy="946440"/>
          </a:xfrm>
          <a:prstGeom prst="rect">
            <a:avLst/>
          </a:prstGeom>
          <a:noFill/>
          <a:ln>
            <a:noFill/>
          </a:ln>
        </p:spPr>
        <p:txBody>
          <a:bodyPr vert="horz" wrap="square" lIns="0" tIns="0" rIns="0" bIns="0" anchor="ctr" anchorCtr="0" compatLnSpc="1">
            <a:noAutofit/>
          </a:bodyPr>
          <a:lstStyle/>
          <a:p>
            <a:pPr lvl="0"/>
            <a:r>
              <a:rPr lang="en-US"/>
              <a:t>Click to edit the title text format</a:t>
            </a:r>
          </a:p>
        </p:txBody>
      </p:sp>
      <p:sp>
        <p:nvSpPr>
          <p:cNvPr id="4" name="Text Placeholder 3">
            <a:extLst>
              <a:ext uri="{FF2B5EF4-FFF2-40B4-BE49-F238E27FC236}">
                <a16:creationId xmlns:a16="http://schemas.microsoft.com/office/drawing/2014/main" id="{FF2A4895-697C-5E7C-50FB-280A5EAC6B52}"/>
              </a:ext>
            </a:extLst>
          </p:cNvPr>
          <p:cNvSpPr txBox="1">
            <a:spLocks noGrp="1"/>
          </p:cNvSpPr>
          <p:nvPr>
            <p:ph type="body" idx="1"/>
          </p:nvPr>
        </p:nvSpPr>
        <p:spPr>
          <a:xfrm>
            <a:off x="503998" y="4023360"/>
            <a:ext cx="9071643" cy="1532516"/>
          </a:xfrm>
          <a:prstGeom prst="rect">
            <a:avLst/>
          </a:prstGeom>
          <a:noFill/>
          <a:ln>
            <a:noFill/>
          </a:ln>
        </p:spPr>
        <p:txBody>
          <a:bodyPr vert="horz" wrap="square" lIns="0" tIns="0" rIns="0" bIns="0" anchor="t" anchorCtr="0" compatLnSpc="1">
            <a:normAutofit/>
          </a:bodyPr>
          <a:lstStyle/>
          <a:p>
            <a:pPr lvl="0"/>
            <a:r>
              <a:rPr lang="en-US"/>
              <a:t>Click to edit the outline text format</a:t>
            </a:r>
          </a:p>
          <a:p>
            <a:pPr lvl="1"/>
            <a:r>
              <a:rPr lang="en-US"/>
              <a:t>Second Outline Level</a:t>
            </a:r>
          </a:p>
          <a:p>
            <a:pPr lvl="2"/>
            <a:r>
              <a:rPr lang="en-US"/>
              <a:t>Third Outline Level</a:t>
            </a:r>
          </a:p>
          <a:p>
            <a:pPr lvl="3"/>
            <a:r>
              <a:rPr lang="en-US"/>
              <a:t>Fourth Outline Level</a:t>
            </a:r>
          </a:p>
          <a:p>
            <a:pPr lvl="4"/>
            <a:r>
              <a:rPr lang="en-US"/>
              <a:t>Fifth Outline Level</a:t>
            </a:r>
          </a:p>
          <a:p>
            <a:pPr lvl="5"/>
            <a:r>
              <a:rPr lang="en-US"/>
              <a:t>Sixth Outline Level</a:t>
            </a:r>
          </a:p>
          <a:p>
            <a:pPr lvl="6"/>
            <a:r>
              <a:rPr lang="en-US"/>
              <a:t>Seventh Outline Level</a:t>
            </a:r>
          </a:p>
        </p:txBody>
      </p:sp>
      <p:pic>
        <p:nvPicPr>
          <p:cNvPr id="5" name="Graphic 4">
            <a:extLst>
              <a:ext uri="{FF2B5EF4-FFF2-40B4-BE49-F238E27FC236}">
                <a16:creationId xmlns:a16="http://schemas.microsoft.com/office/drawing/2014/main" id="{47B6CFBD-8A93-9A7F-34EF-3EC0F7741EF0}"/>
              </a:ext>
            </a:extLst>
          </p:cNvPr>
          <p:cNvPicPr>
            <a:picLocks noChangeAspect="1"/>
          </p:cNvPicPr>
          <p:nvPr/>
        </p:nvPicPr>
        <p:blipFill>
          <a:blip>
            <a:lum/>
            <a:alphaModFix/>
            <a:extLst>
              <a:ext uri="{96DAC541-7B7A-43D3-8B79-37D633B846F1}">
                <asvg:svgBlip xmlns:asvg="http://schemas.microsoft.com/office/drawing/2016/SVG/main" r:embed="rId13"/>
              </a:ext>
            </a:extLst>
          </a:blip>
          <a:srcRect/>
          <a:stretch>
            <a:fillRect/>
          </a:stretch>
        </p:blipFill>
        <p:spPr>
          <a:xfrm>
            <a:off x="486716" y="506156"/>
            <a:ext cx="9106921" cy="1524597"/>
          </a:xfrm>
          <a:prstGeom prst="rect">
            <a:avLst/>
          </a:prstGeom>
          <a:noFill/>
          <a:ln cap="flat">
            <a:noFill/>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marL="0" marR="0" lvl="0" indent="0" algn="l" defTabSz="914400" rtl="0" fontAlgn="auto" hangingPunct="0">
        <a:lnSpc>
          <a:spcPct val="100000"/>
        </a:lnSpc>
        <a:spcBef>
          <a:spcPts val="0"/>
        </a:spcBef>
        <a:spcAft>
          <a:spcPts val="0"/>
        </a:spcAft>
        <a:buNone/>
        <a:tabLst/>
        <a:defRPr lang="en-US" sz="2800" b="0" i="0" u="none" strike="noStrike" kern="1200" cap="none" spc="0" baseline="0">
          <a:solidFill>
            <a:srgbClr val="000000"/>
          </a:solidFill>
          <a:highlight>
            <a:scrgbClr r="0" g="0" b="0">
              <a:alpha val="0"/>
            </a:scrgbClr>
          </a:highlight>
          <a:uFillTx/>
          <a:latin typeface="Roboto:frac=1&amp;smcp" pitchFamily="2"/>
          <a:ea typeface="DejaVu Sans" pitchFamily="2"/>
          <a:cs typeface="FreeSans" pitchFamily="2"/>
        </a:defRPr>
      </a:lvl1pPr>
    </p:titleStyle>
    <p:bodyStyle>
      <a:lvl1pPr marL="0" marR="0" lvl="0"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1pPr>
      <a:lvl2pPr marL="0" marR="0" lvl="1"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2pPr>
      <a:lvl3pPr marL="0" marR="0" lvl="2"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3pPr>
      <a:lvl4pPr marL="0" marR="0" lvl="3" indent="0" defTabSz="914400" rtl="0" fontAlgn="auto" hangingPunct="0">
        <a:lnSpc>
          <a:spcPct val="100000"/>
        </a:lnSpc>
        <a:spcBef>
          <a:spcPts val="0"/>
        </a:spcBef>
        <a:spcAft>
          <a:spcPts val="0"/>
        </a:spcAft>
        <a:buSzPct val="7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4pPr>
      <a:lvl5pPr marL="0" marR="0" lvl="4"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5pPr>
      <a:lvl6pPr marL="0" marR="0" lvl="5"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6pPr>
      <a:lvl7pPr marL="0" marR="0" lvl="6" indent="0" defTabSz="914400" rtl="0" fontAlgn="auto" hangingPunct="0">
        <a:lnSpc>
          <a:spcPct val="100000"/>
        </a:lnSpc>
        <a:spcBef>
          <a:spcPts val="0"/>
        </a:spcBef>
        <a:spcAft>
          <a:spcPts val="0"/>
        </a:spcAft>
        <a:buSzPct val="45000"/>
        <a:buFont typeface="StarSymbol"/>
        <a:buChar char="●"/>
        <a:tabLst/>
        <a:defRPr lang="en-US" sz="2000" b="0" i="0" u="none" strike="noStrike" kern="1200" cap="none" spc="0" baseline="0">
          <a:solidFill>
            <a:srgbClr val="FFFFFF"/>
          </a:solidFill>
          <a:highlight>
            <a:scrgbClr r="0" g="0" b="0">
              <a:alpha val="0"/>
            </a:scrgbClr>
          </a:highlight>
          <a:uFillTx/>
          <a:latin typeface="Roboto" pitchFamily="2"/>
          <a:ea typeface="DejaVu Sans" pitchFamily="2"/>
          <a:cs typeface="FreeSans" pitchFamily="2"/>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A48A-D3AD-42F0-2E0B-D8E87F50A892}"/>
              </a:ext>
            </a:extLst>
          </p:cNvPr>
          <p:cNvSpPr txBox="1">
            <a:spLocks noGrp="1"/>
          </p:cNvSpPr>
          <p:nvPr>
            <p:ph type="title" idx="4294967295"/>
          </p:nvPr>
        </p:nvSpPr>
        <p:spPr>
          <a:xfrm>
            <a:off x="529556" y="2381971"/>
            <a:ext cx="9071643" cy="861774"/>
          </a:xfrm>
        </p:spPr>
        <p:txBody>
          <a:bodyPr>
            <a:spAutoFit/>
          </a:bodyPr>
          <a:lstStyle/>
          <a:p>
            <a:r>
              <a:rPr lang="en-GB" dirty="0"/>
              <a:t>Semantic Retrieval of ICS Security Requirements from BSI and NIST Standards</a:t>
            </a:r>
            <a:endParaRPr lang="en-DE" dirty="0"/>
          </a:p>
        </p:txBody>
      </p:sp>
      <p:sp>
        <p:nvSpPr>
          <p:cNvPr id="3" name="Subtitle 2">
            <a:extLst>
              <a:ext uri="{FF2B5EF4-FFF2-40B4-BE49-F238E27FC236}">
                <a16:creationId xmlns:a16="http://schemas.microsoft.com/office/drawing/2014/main" id="{C77967A8-AC6D-B826-7E5E-3720664F84A1}"/>
              </a:ext>
            </a:extLst>
          </p:cNvPr>
          <p:cNvSpPr txBox="1">
            <a:spLocks noGrp="1"/>
          </p:cNvSpPr>
          <p:nvPr>
            <p:ph type="subTitle" idx="4294967295"/>
          </p:nvPr>
        </p:nvSpPr>
        <p:spPr/>
        <p:txBody>
          <a:bodyPr anchor="ctr" anchorCtr="1"/>
          <a:lstStyle/>
          <a:p>
            <a:pPr>
              <a:buNone/>
            </a:pPr>
            <a:r>
              <a:rPr lang="en-GB" dirty="0"/>
              <a:t>Dipan Banerjee</a:t>
            </a:r>
            <a:endParaRPr lang="en-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0A65F-501D-A307-0990-80846C776CF6}"/>
              </a:ext>
            </a:extLst>
          </p:cNvPr>
          <p:cNvSpPr>
            <a:spLocks noGrp="1"/>
          </p:cNvSpPr>
          <p:nvPr>
            <p:ph type="title"/>
          </p:nvPr>
        </p:nvSpPr>
        <p:spPr/>
        <p:txBody>
          <a:bodyPr/>
          <a:lstStyle/>
          <a:p>
            <a:r>
              <a:rPr lang="en-GB" sz="2000" dirty="0"/>
              <a:t>Introduction </a:t>
            </a:r>
            <a:r>
              <a:rPr lang="en-GB" sz="2000" i="1" dirty="0"/>
              <a:t>- OT Security Assistant for OT Cybersecurity Requirement Analysis</a:t>
            </a:r>
            <a:endParaRPr lang="en-DE" sz="2000" i="1" dirty="0"/>
          </a:p>
        </p:txBody>
      </p:sp>
      <p:sp>
        <p:nvSpPr>
          <p:cNvPr id="8" name="Rectangle: Single Corner Rounded 7">
            <a:extLst>
              <a:ext uri="{FF2B5EF4-FFF2-40B4-BE49-F238E27FC236}">
                <a16:creationId xmlns:a16="http://schemas.microsoft.com/office/drawing/2014/main" id="{7910FA8A-676D-7E7A-A11A-F13CAC0B944F}"/>
              </a:ext>
            </a:extLst>
          </p:cNvPr>
          <p:cNvSpPr/>
          <p:nvPr/>
        </p:nvSpPr>
        <p:spPr>
          <a:xfrm>
            <a:off x="630621" y="1813034"/>
            <a:ext cx="1450427" cy="1277007"/>
          </a:xfrm>
          <a:prstGeom prst="round1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t>ICS</a:t>
            </a:r>
          </a:p>
          <a:p>
            <a:pPr algn="ctr"/>
            <a:r>
              <a:rPr lang="en-GB" sz="1200" i="1" dirty="0"/>
              <a:t>Industrial control for operations</a:t>
            </a:r>
            <a:endParaRPr lang="en-DE" sz="1200" i="1" dirty="0"/>
          </a:p>
        </p:txBody>
      </p:sp>
      <p:sp>
        <p:nvSpPr>
          <p:cNvPr id="9" name="Rectangle: Single Corner Rounded 8">
            <a:extLst>
              <a:ext uri="{FF2B5EF4-FFF2-40B4-BE49-F238E27FC236}">
                <a16:creationId xmlns:a16="http://schemas.microsoft.com/office/drawing/2014/main" id="{859A405C-DE73-8A1A-3B02-56545E95CAFA}"/>
              </a:ext>
            </a:extLst>
          </p:cNvPr>
          <p:cNvSpPr/>
          <p:nvPr/>
        </p:nvSpPr>
        <p:spPr>
          <a:xfrm>
            <a:off x="2335924" y="1813034"/>
            <a:ext cx="1450427" cy="1277007"/>
          </a:xfrm>
          <a:prstGeom prst="round1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t>SCADA</a:t>
            </a:r>
          </a:p>
          <a:p>
            <a:pPr algn="ctr"/>
            <a:r>
              <a:rPr lang="en-GB" sz="1200" i="1" dirty="0"/>
              <a:t>Supervision and remote monitoring</a:t>
            </a:r>
          </a:p>
        </p:txBody>
      </p:sp>
      <p:sp>
        <p:nvSpPr>
          <p:cNvPr id="10" name="Rectangle: Single Corner Rounded 9">
            <a:extLst>
              <a:ext uri="{FF2B5EF4-FFF2-40B4-BE49-F238E27FC236}">
                <a16:creationId xmlns:a16="http://schemas.microsoft.com/office/drawing/2014/main" id="{50AA0FCA-65BD-A14A-F7A4-30B1FC27039C}"/>
              </a:ext>
            </a:extLst>
          </p:cNvPr>
          <p:cNvSpPr/>
          <p:nvPr/>
        </p:nvSpPr>
        <p:spPr>
          <a:xfrm>
            <a:off x="1610710" y="3352800"/>
            <a:ext cx="1450427" cy="1277007"/>
          </a:xfrm>
          <a:prstGeom prst="round1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sz="1400" b="1" dirty="0"/>
              <a:t>PLC</a:t>
            </a:r>
          </a:p>
          <a:p>
            <a:pPr algn="ctr"/>
            <a:r>
              <a:rPr lang="en-GB" sz="1200" i="1" dirty="0"/>
              <a:t>Programming logic driving field devices </a:t>
            </a:r>
          </a:p>
        </p:txBody>
      </p:sp>
      <p:sp>
        <p:nvSpPr>
          <p:cNvPr id="11" name="Rectangle: Rounded Corners 10">
            <a:extLst>
              <a:ext uri="{FF2B5EF4-FFF2-40B4-BE49-F238E27FC236}">
                <a16:creationId xmlns:a16="http://schemas.microsoft.com/office/drawing/2014/main" id="{4E9FFD92-714B-F47B-EF15-708247921FA9}"/>
              </a:ext>
            </a:extLst>
          </p:cNvPr>
          <p:cNvSpPr/>
          <p:nvPr/>
        </p:nvSpPr>
        <p:spPr>
          <a:xfrm>
            <a:off x="4737538" y="1694792"/>
            <a:ext cx="4343400" cy="16580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sz="1400" b="1" dirty="0"/>
              <a:t>NIST 800-82</a:t>
            </a:r>
          </a:p>
          <a:p>
            <a:endParaRPr lang="en-GB" sz="1400" b="1" dirty="0"/>
          </a:p>
          <a:p>
            <a:r>
              <a:rPr lang="en-GB" sz="1400" i="1" dirty="0"/>
              <a:t>Provides Cybersecurity guidance for operational environments, including industrial control system and supporting systems.</a:t>
            </a:r>
          </a:p>
          <a:p>
            <a:endParaRPr lang="en-DE" sz="1400" b="1" dirty="0"/>
          </a:p>
        </p:txBody>
      </p:sp>
      <p:cxnSp>
        <p:nvCxnSpPr>
          <p:cNvPr id="13" name="Straight Arrow Connector 12">
            <a:extLst>
              <a:ext uri="{FF2B5EF4-FFF2-40B4-BE49-F238E27FC236}">
                <a16:creationId xmlns:a16="http://schemas.microsoft.com/office/drawing/2014/main" id="{2E536C65-DF0D-2728-ABC9-F1F637353554}"/>
              </a:ext>
            </a:extLst>
          </p:cNvPr>
          <p:cNvCxnSpPr/>
          <p:nvPr/>
        </p:nvCxnSpPr>
        <p:spPr>
          <a:xfrm>
            <a:off x="6881648" y="3429000"/>
            <a:ext cx="0" cy="417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Rounded Corners 13">
            <a:extLst>
              <a:ext uri="{FF2B5EF4-FFF2-40B4-BE49-F238E27FC236}">
                <a16:creationId xmlns:a16="http://schemas.microsoft.com/office/drawing/2014/main" id="{E74B8FD2-140C-5450-8E3E-FD93D6B77E09}"/>
              </a:ext>
            </a:extLst>
          </p:cNvPr>
          <p:cNvSpPr/>
          <p:nvPr/>
        </p:nvSpPr>
        <p:spPr>
          <a:xfrm>
            <a:off x="4737538" y="3922987"/>
            <a:ext cx="4343400" cy="16580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sz="1400" b="1" dirty="0"/>
              <a:t>BSI-IT </a:t>
            </a:r>
            <a:r>
              <a:rPr lang="en-GB" sz="1400" b="1" dirty="0" err="1"/>
              <a:t>Grundschutz</a:t>
            </a:r>
            <a:endParaRPr lang="en-GB" sz="1400" b="1" dirty="0"/>
          </a:p>
          <a:p>
            <a:endParaRPr lang="en-GB" sz="1400" b="1" dirty="0"/>
          </a:p>
          <a:p>
            <a:r>
              <a:rPr lang="en-GB" sz="1400" i="1" dirty="0"/>
              <a:t>Offers structured protection guidance and baseline security concepts that can also support OT focused security work.</a:t>
            </a:r>
          </a:p>
          <a:p>
            <a:endParaRPr lang="en-DE" sz="1400" b="1" dirty="0"/>
          </a:p>
        </p:txBody>
      </p:sp>
    </p:spTree>
    <p:extLst>
      <p:ext uri="{BB962C8B-B14F-4D97-AF65-F5344CB8AC3E}">
        <p14:creationId xmlns:p14="http://schemas.microsoft.com/office/powerpoint/2010/main" val="193326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81B66-FBD2-BAE7-77CF-7B17536C94D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15F34FBC-4573-A0F3-DA61-54D3670DF62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B31D9C-417B-8812-408C-98FC2717DB8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3</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CE275193-F32D-CEC0-5548-883B199717FB}"/>
              </a:ext>
            </a:extLst>
          </p:cNvPr>
          <p:cNvSpPr txBox="1">
            <a:spLocks noGrp="1"/>
          </p:cNvSpPr>
          <p:nvPr>
            <p:ph type="title"/>
          </p:nvPr>
        </p:nvSpPr>
        <p:spPr/>
        <p:txBody>
          <a:bodyPr/>
          <a:lstStyle/>
          <a:p>
            <a:r>
              <a:rPr lang="en-GB" dirty="0"/>
              <a:t>Problem Statement</a:t>
            </a:r>
            <a:endParaRPr lang="en-DE" dirty="0"/>
          </a:p>
        </p:txBody>
      </p:sp>
      <p:sp>
        <p:nvSpPr>
          <p:cNvPr id="12" name="Wave 11">
            <a:extLst>
              <a:ext uri="{FF2B5EF4-FFF2-40B4-BE49-F238E27FC236}">
                <a16:creationId xmlns:a16="http://schemas.microsoft.com/office/drawing/2014/main" id="{9F73630C-1986-F4B7-E5C4-149168FFA1FC}"/>
              </a:ext>
            </a:extLst>
          </p:cNvPr>
          <p:cNvSpPr/>
          <p:nvPr/>
        </p:nvSpPr>
        <p:spPr>
          <a:xfrm>
            <a:off x="503998" y="1486979"/>
            <a:ext cx="3909848" cy="1562744"/>
          </a:xfrm>
          <a:prstGeom prst="wav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GB" dirty="0"/>
              <a:t>OT cybersecurity standards contain hundreds of requirements.</a:t>
            </a:r>
          </a:p>
          <a:p>
            <a:pPr algn="ctr"/>
            <a:endParaRPr lang="en-DE" dirty="0"/>
          </a:p>
        </p:txBody>
      </p:sp>
      <p:sp>
        <p:nvSpPr>
          <p:cNvPr id="14" name="Wave 13">
            <a:extLst>
              <a:ext uri="{FF2B5EF4-FFF2-40B4-BE49-F238E27FC236}">
                <a16:creationId xmlns:a16="http://schemas.microsoft.com/office/drawing/2014/main" id="{63A3528A-4F84-C7C9-358A-28E4FD2F90BD}"/>
              </a:ext>
            </a:extLst>
          </p:cNvPr>
          <p:cNvSpPr/>
          <p:nvPr/>
        </p:nvSpPr>
        <p:spPr>
          <a:xfrm>
            <a:off x="5198431" y="1347717"/>
            <a:ext cx="3909848" cy="1562744"/>
          </a:xfrm>
          <a:prstGeom prst="wav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GB"/>
              <a:t>Manual searching is time consuming. </a:t>
            </a:r>
          </a:p>
          <a:p>
            <a:pPr algn="ctr"/>
            <a:endParaRPr lang="en-DE" dirty="0"/>
          </a:p>
        </p:txBody>
      </p:sp>
      <p:sp>
        <p:nvSpPr>
          <p:cNvPr id="15" name="Wave 14">
            <a:extLst>
              <a:ext uri="{FF2B5EF4-FFF2-40B4-BE49-F238E27FC236}">
                <a16:creationId xmlns:a16="http://schemas.microsoft.com/office/drawing/2014/main" id="{D50A6CE5-38CC-7A69-1132-933D78305AB1}"/>
              </a:ext>
            </a:extLst>
          </p:cNvPr>
          <p:cNvSpPr/>
          <p:nvPr/>
        </p:nvSpPr>
        <p:spPr>
          <a:xfrm>
            <a:off x="659809" y="3571034"/>
            <a:ext cx="3909848" cy="1562744"/>
          </a:xfrm>
          <a:prstGeom prst="wav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dirty="0"/>
              <a:t>Cross standard mapping is difficult to identify. </a:t>
            </a:r>
          </a:p>
          <a:p>
            <a:pPr algn="ctr"/>
            <a:endParaRPr lang="en-DE" dirty="0"/>
          </a:p>
        </p:txBody>
      </p:sp>
      <p:sp>
        <p:nvSpPr>
          <p:cNvPr id="16" name="Wave 15">
            <a:extLst>
              <a:ext uri="{FF2B5EF4-FFF2-40B4-BE49-F238E27FC236}">
                <a16:creationId xmlns:a16="http://schemas.microsoft.com/office/drawing/2014/main" id="{B3067ED2-CD81-C7DB-2CF6-C469B8B71DB2}"/>
              </a:ext>
            </a:extLst>
          </p:cNvPr>
          <p:cNvSpPr/>
          <p:nvPr/>
        </p:nvSpPr>
        <p:spPr>
          <a:xfrm>
            <a:off x="5300389" y="3541461"/>
            <a:ext cx="3909848" cy="1562744"/>
          </a:xfrm>
          <a:prstGeom prst="wav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GB" dirty="0"/>
              <a:t>Standalone LLM is not efficient. </a:t>
            </a:r>
          </a:p>
          <a:p>
            <a:pPr algn="ctr"/>
            <a:endParaRPr lang="en-DE" dirty="0"/>
          </a:p>
        </p:txBody>
      </p:sp>
    </p:spTree>
    <p:extLst>
      <p:ext uri="{BB962C8B-B14F-4D97-AF65-F5344CB8AC3E}">
        <p14:creationId xmlns:p14="http://schemas.microsoft.com/office/powerpoint/2010/main" val="156213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2AA88-D8B6-CAEC-ED85-124D4EFBDCB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FBFECF5-B1EE-2474-8DDD-6DD8CEFC1D30}"/>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41D6F9CD-C513-5869-88F4-64E5D55A8039}"/>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4</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1FD5593E-B9F9-6D57-31BB-6D1711737BE2}"/>
              </a:ext>
            </a:extLst>
          </p:cNvPr>
          <p:cNvSpPr txBox="1">
            <a:spLocks noGrp="1"/>
          </p:cNvSpPr>
          <p:nvPr>
            <p:ph type="title"/>
          </p:nvPr>
        </p:nvSpPr>
        <p:spPr/>
        <p:txBody>
          <a:bodyPr/>
          <a:lstStyle/>
          <a:p>
            <a:r>
              <a:rPr lang="en-GB" dirty="0"/>
              <a:t>Proposed Solutions</a:t>
            </a:r>
            <a:endParaRPr lang="en-DE" dirty="0"/>
          </a:p>
        </p:txBody>
      </p:sp>
      <p:sp>
        <p:nvSpPr>
          <p:cNvPr id="6" name="Content Placeholder 5">
            <a:extLst>
              <a:ext uri="{FF2B5EF4-FFF2-40B4-BE49-F238E27FC236}">
                <a16:creationId xmlns:a16="http://schemas.microsoft.com/office/drawing/2014/main" id="{F0B6117D-C3B1-A266-90C7-7C0931DF9162}"/>
              </a:ext>
            </a:extLst>
          </p:cNvPr>
          <p:cNvSpPr>
            <a:spLocks noGrp="1"/>
          </p:cNvSpPr>
          <p:nvPr>
            <p:ph idx="1"/>
          </p:nvPr>
        </p:nvSpPr>
        <p:spPr>
          <a:xfrm>
            <a:off x="393640" y="1399978"/>
            <a:ext cx="5439602" cy="2785767"/>
          </a:xfrm>
        </p:spPr>
        <p:txBody>
          <a:bodyPr>
            <a:normAutofit/>
          </a:bodyPr>
          <a:lstStyle/>
          <a:p>
            <a:pPr marL="285750" indent="-285750"/>
            <a:r>
              <a:rPr lang="en-DE" sz="1600" i="1" dirty="0"/>
              <a:t>Retrieves relevant cybersecurity requirements</a:t>
            </a:r>
            <a:r>
              <a:rPr lang="en-GB" sz="1600" i="1" dirty="0"/>
              <a:t> a</a:t>
            </a:r>
            <a:r>
              <a:rPr lang="en-DE" sz="1600" i="1" dirty="0" err="1"/>
              <a:t>nalys</a:t>
            </a:r>
            <a:r>
              <a:rPr lang="en-GB" sz="1600" i="1" dirty="0" err="1"/>
              <a:t>i</a:t>
            </a:r>
            <a:r>
              <a:rPr lang="en-DE" sz="1600" i="1" dirty="0"/>
              <a:t>s</a:t>
            </a:r>
            <a:r>
              <a:rPr lang="en-GB" sz="1600" i="1" dirty="0"/>
              <a:t>.</a:t>
            </a:r>
          </a:p>
          <a:p>
            <a:pPr marL="285750" indent="-285750"/>
            <a:r>
              <a:rPr lang="en-DE" sz="1600" i="1" dirty="0"/>
              <a:t>Establishes semantic relationships between standards.</a:t>
            </a:r>
            <a:endParaRPr lang="en-GB" sz="1600" i="1" dirty="0"/>
          </a:p>
          <a:p>
            <a:pPr marL="285750" indent="-285750"/>
            <a:r>
              <a:rPr lang="en-DE" sz="1600" i="1" dirty="0"/>
              <a:t>Generates context-aware cybersecurity recommendations.</a:t>
            </a:r>
            <a:endParaRPr lang="en-GB" sz="1600" i="1" dirty="0"/>
          </a:p>
          <a:p>
            <a:pPr marL="285750" indent="-285750"/>
            <a:r>
              <a:rPr lang="en-DE" sz="1600" i="1" dirty="0"/>
              <a:t>Compares multiple Large Language Models (LLMs).</a:t>
            </a:r>
            <a:endParaRPr lang="en-GB" sz="1600" i="1" dirty="0"/>
          </a:p>
          <a:p>
            <a:pPr marL="285750" indent="-285750"/>
            <a:r>
              <a:rPr lang="en-DE" sz="1600" i="1" dirty="0"/>
              <a:t>Evaluates response quality using automated and human evaluation methods.</a:t>
            </a:r>
          </a:p>
        </p:txBody>
      </p:sp>
      <p:pic>
        <p:nvPicPr>
          <p:cNvPr id="11" name="Picture 10">
            <a:extLst>
              <a:ext uri="{FF2B5EF4-FFF2-40B4-BE49-F238E27FC236}">
                <a16:creationId xmlns:a16="http://schemas.microsoft.com/office/drawing/2014/main" id="{4221FE4B-3D11-B88A-0E69-74B71D7C8BFA}"/>
              </a:ext>
            </a:extLst>
          </p:cNvPr>
          <p:cNvPicPr>
            <a:picLocks noChangeAspect="1"/>
          </p:cNvPicPr>
          <p:nvPr/>
        </p:nvPicPr>
        <p:blipFill>
          <a:blip r:embed="rId3"/>
          <a:stretch>
            <a:fillRect/>
          </a:stretch>
        </p:blipFill>
        <p:spPr>
          <a:xfrm>
            <a:off x="6033590" y="1399978"/>
            <a:ext cx="3653396" cy="21627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534365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8B40-1846-C31D-24D5-B381CD827C9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A94DB1D-1AFC-CE91-C7FE-66FBBF24497B}"/>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117667B0-D0AA-3982-678E-C9D11AF96CA0}"/>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5</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8585556F-8F78-2590-EF21-1D0FB57D555F}"/>
              </a:ext>
            </a:extLst>
          </p:cNvPr>
          <p:cNvSpPr txBox="1">
            <a:spLocks noGrp="1"/>
          </p:cNvSpPr>
          <p:nvPr>
            <p:ph type="title"/>
          </p:nvPr>
        </p:nvSpPr>
        <p:spPr/>
        <p:txBody>
          <a:bodyPr/>
          <a:lstStyle/>
          <a:p>
            <a:r>
              <a:rPr lang="en-GB" dirty="0"/>
              <a:t>System Components</a:t>
            </a:r>
            <a:endParaRPr lang="en-DE" dirty="0"/>
          </a:p>
        </p:txBody>
      </p:sp>
      <p:sp>
        <p:nvSpPr>
          <p:cNvPr id="6" name="Content Placeholder 5">
            <a:extLst>
              <a:ext uri="{FF2B5EF4-FFF2-40B4-BE49-F238E27FC236}">
                <a16:creationId xmlns:a16="http://schemas.microsoft.com/office/drawing/2014/main" id="{A33B29BB-C68F-64D7-9943-F9D189075A8A}"/>
              </a:ext>
            </a:extLst>
          </p:cNvPr>
          <p:cNvSpPr>
            <a:spLocks noGrp="1"/>
          </p:cNvSpPr>
          <p:nvPr>
            <p:ph idx="1"/>
          </p:nvPr>
        </p:nvSpPr>
        <p:spPr>
          <a:xfrm>
            <a:off x="393639" y="1399977"/>
            <a:ext cx="5305595" cy="3715933"/>
          </a:xfrm>
        </p:spPr>
        <p:txBody>
          <a:bodyPr>
            <a:normAutofit/>
          </a:bodyPr>
          <a:lstStyle/>
          <a:p>
            <a:pPr marL="342900" indent="-342900">
              <a:buFont typeface="Wingdings" panose="05000000000000000000" pitchFamily="2" charset="2"/>
              <a:buChar char="ü"/>
            </a:pPr>
            <a:r>
              <a:rPr lang="en-GB" dirty="0"/>
              <a:t> </a:t>
            </a:r>
            <a:r>
              <a:rPr lang="en-DE" i="1" dirty="0">
                <a:effectLst>
                  <a:outerShdw blurRad="38100" dist="38100" dir="2700000" algn="tl">
                    <a:srgbClr val="000000">
                      <a:alpha val="43137"/>
                    </a:srgbClr>
                  </a:outerShdw>
                </a:effectLst>
              </a:rPr>
              <a:t>Retrieval-Augmented Generation (RAG)</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Semantic BSI ↔ NIST Mapping</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 Knowledge Base Exploration</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 Multi-LLM Comparison</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 LLM-as-a-Judge Evaluation</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 Human-in-the-Loop (HITL) Evaluation</a:t>
            </a:r>
            <a:endParaRPr lang="en-GB" i="1" dirty="0">
              <a:effectLst>
                <a:outerShdw blurRad="38100" dist="38100" dir="2700000" algn="tl">
                  <a:srgbClr val="000000">
                    <a:alpha val="43137"/>
                  </a:srgbClr>
                </a:outerShdw>
              </a:effectLst>
            </a:endParaRPr>
          </a:p>
          <a:p>
            <a:pPr marL="342900" indent="-342900">
              <a:buFont typeface="Wingdings" panose="05000000000000000000" pitchFamily="2" charset="2"/>
              <a:buChar char="ü"/>
            </a:pPr>
            <a:r>
              <a:rPr lang="en-DE" i="1" dirty="0">
                <a:effectLst>
                  <a:outerShdw blurRad="38100" dist="38100" dir="2700000" algn="tl">
                    <a:srgbClr val="000000">
                      <a:alpha val="43137"/>
                    </a:srgbClr>
                  </a:outerShdw>
                </a:effectLst>
              </a:rPr>
              <a:t>ARES Evaluation Framework</a:t>
            </a:r>
          </a:p>
          <a:p>
            <a:pPr marL="342900" indent="-342900">
              <a:buBlip>
                <a:blip>
                  <a:extLst>
                    <a:ext uri="{96DAC541-7B7A-43D3-8B79-37D633B846F1}">
                      <asvg:svgBlip xmlns:asvg="http://schemas.microsoft.com/office/drawing/2016/SVG/main" r:embed="rId3"/>
                    </a:ext>
                  </a:extLst>
                </a:blip>
              </a:buBlip>
            </a:pPr>
            <a:endParaRPr lang="en-GB" dirty="0"/>
          </a:p>
          <a:p>
            <a:endParaRPr lang="en-DE" dirty="0"/>
          </a:p>
        </p:txBody>
      </p:sp>
      <p:pic>
        <p:nvPicPr>
          <p:cNvPr id="7" name="Picture 6">
            <a:extLst>
              <a:ext uri="{FF2B5EF4-FFF2-40B4-BE49-F238E27FC236}">
                <a16:creationId xmlns:a16="http://schemas.microsoft.com/office/drawing/2014/main" id="{F175C589-F7FA-7E95-53FC-E42CFBC61AA7}"/>
              </a:ext>
            </a:extLst>
          </p:cNvPr>
          <p:cNvPicPr>
            <a:picLocks noChangeAspect="1"/>
          </p:cNvPicPr>
          <p:nvPr/>
        </p:nvPicPr>
        <p:blipFill>
          <a:blip r:embed="rId4"/>
          <a:stretch>
            <a:fillRect/>
          </a:stretch>
        </p:blipFill>
        <p:spPr>
          <a:xfrm>
            <a:off x="6159610" y="1399977"/>
            <a:ext cx="3157208" cy="279365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49986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10A5F-5C33-F8AC-9415-0269488617D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084ABA1-7271-B970-38B3-F45BA639BFD4}"/>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FD687F8B-FE4C-CE58-083D-73462086707F}"/>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6</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6DA2B004-9085-BE0C-CDB1-0AFF71302742}"/>
              </a:ext>
            </a:extLst>
          </p:cNvPr>
          <p:cNvSpPr txBox="1">
            <a:spLocks noGrp="1"/>
          </p:cNvSpPr>
          <p:nvPr>
            <p:ph type="title"/>
          </p:nvPr>
        </p:nvSpPr>
        <p:spPr/>
        <p:txBody>
          <a:bodyPr/>
          <a:lstStyle/>
          <a:p>
            <a:r>
              <a:rPr lang="en-GB" dirty="0"/>
              <a:t>Research Questions</a:t>
            </a:r>
            <a:endParaRPr lang="en-DE" dirty="0"/>
          </a:p>
        </p:txBody>
      </p:sp>
      <p:sp>
        <p:nvSpPr>
          <p:cNvPr id="6" name="Content Placeholder 5">
            <a:extLst>
              <a:ext uri="{FF2B5EF4-FFF2-40B4-BE49-F238E27FC236}">
                <a16:creationId xmlns:a16="http://schemas.microsoft.com/office/drawing/2014/main" id="{0521E8F0-4C9C-DFE4-164A-F818B2940561}"/>
              </a:ext>
            </a:extLst>
          </p:cNvPr>
          <p:cNvSpPr>
            <a:spLocks noGrp="1"/>
          </p:cNvSpPr>
          <p:nvPr>
            <p:ph idx="1"/>
          </p:nvPr>
        </p:nvSpPr>
        <p:spPr>
          <a:xfrm>
            <a:off x="393639" y="1399978"/>
            <a:ext cx="6054458" cy="3621339"/>
          </a:xfrm>
        </p:spPr>
        <p:txBody>
          <a:bodyPr>
            <a:normAutofit/>
          </a:bodyPr>
          <a:lstStyle/>
          <a:p>
            <a:pPr>
              <a:buNone/>
            </a:pPr>
            <a:r>
              <a:rPr lang="en-GB" u="sng" dirty="0">
                <a:effectLst>
                  <a:outerShdw blurRad="38100" dist="38100" dir="2700000" algn="tl">
                    <a:srgbClr val="000000">
                      <a:alpha val="43137"/>
                    </a:srgbClr>
                  </a:outerShdw>
                </a:effectLst>
              </a:rPr>
              <a:t>RQ1: </a:t>
            </a:r>
            <a:r>
              <a:rPr lang="en-GB" sz="1600" i="1" dirty="0"/>
              <a:t>How effectively can RAG Based OT Security Assistant retrieve and </a:t>
            </a:r>
            <a:r>
              <a:rPr lang="en-GB" sz="1600" i="1" dirty="0" err="1"/>
              <a:t>analyze</a:t>
            </a:r>
            <a:r>
              <a:rPr lang="en-GB" sz="1600" i="1" dirty="0"/>
              <a:t> the cybersecurity requirements of NIST SP 800-82 and BSI </a:t>
            </a:r>
            <a:r>
              <a:rPr lang="en-GB" sz="1600" i="1" dirty="0" err="1"/>
              <a:t>Grundschutz</a:t>
            </a:r>
            <a:r>
              <a:rPr lang="en-GB" sz="1600" i="1" dirty="0"/>
              <a:t>?</a:t>
            </a:r>
          </a:p>
          <a:p>
            <a:pPr>
              <a:buNone/>
            </a:pPr>
            <a:endParaRPr lang="en-GB" sz="1600" i="1" dirty="0"/>
          </a:p>
          <a:p>
            <a:pPr>
              <a:buNone/>
            </a:pPr>
            <a:r>
              <a:rPr lang="en-GB" u="sng" dirty="0">
                <a:effectLst>
                  <a:outerShdw blurRad="38100" dist="38100" dir="2700000" algn="tl">
                    <a:srgbClr val="000000">
                      <a:alpha val="43137"/>
                    </a:srgbClr>
                  </a:outerShdw>
                </a:effectLst>
              </a:rPr>
              <a:t>RQ2: </a:t>
            </a:r>
            <a:r>
              <a:rPr lang="en-GB" sz="1600" i="1" dirty="0"/>
              <a:t>How accurately can semantic relationships between NIST and BSI requirements can be identified and validated?</a:t>
            </a:r>
          </a:p>
          <a:p>
            <a:pPr>
              <a:buNone/>
            </a:pPr>
            <a:endParaRPr lang="en-GB" i="1" dirty="0"/>
          </a:p>
          <a:p>
            <a:pPr>
              <a:buNone/>
            </a:pPr>
            <a:r>
              <a:rPr lang="en-GB" u="sng" dirty="0">
                <a:effectLst>
                  <a:outerShdw blurRad="38100" dist="38100" dir="2700000" algn="tl">
                    <a:srgbClr val="000000">
                      <a:alpha val="43137"/>
                    </a:srgbClr>
                  </a:outerShdw>
                </a:effectLst>
              </a:rPr>
              <a:t>RQ3: </a:t>
            </a:r>
            <a:r>
              <a:rPr lang="en-GB" sz="1600" i="1" dirty="0"/>
              <a:t>How do automated evaluation methods(LLM as a judge and ARES) compared with the human loop evaluation when accessing OT cybersecurity responses?</a:t>
            </a:r>
            <a:endParaRPr lang="en-DE" sz="1600" i="1" dirty="0"/>
          </a:p>
        </p:txBody>
      </p:sp>
      <p:sp>
        <p:nvSpPr>
          <p:cNvPr id="5" name="Rectangle: Rounded Corners 4">
            <a:extLst>
              <a:ext uri="{FF2B5EF4-FFF2-40B4-BE49-F238E27FC236}">
                <a16:creationId xmlns:a16="http://schemas.microsoft.com/office/drawing/2014/main" id="{E42ABEA2-B004-E4C0-0B3D-72349231FD1A}"/>
              </a:ext>
            </a:extLst>
          </p:cNvPr>
          <p:cNvSpPr/>
          <p:nvPr/>
        </p:nvSpPr>
        <p:spPr>
          <a:xfrm>
            <a:off x="6605752" y="1481959"/>
            <a:ext cx="3058510" cy="1726324"/>
          </a:xfrm>
          <a:prstGeom prst="round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GB" dirty="0"/>
              <a:t>Sub RQ: </a:t>
            </a:r>
          </a:p>
          <a:p>
            <a:pPr marL="285750" indent="-285750" algn="ctr">
              <a:buFont typeface="Arial" panose="020B0604020202020204" pitchFamily="34" charset="0"/>
              <a:buChar char="•"/>
            </a:pPr>
            <a:r>
              <a:rPr lang="en-GB" dirty="0"/>
              <a:t>Which LLM performs best? </a:t>
            </a:r>
          </a:p>
          <a:p>
            <a:pPr marL="285750" indent="-285750" algn="ctr">
              <a:buFont typeface="Arial" panose="020B0604020202020204" pitchFamily="34" charset="0"/>
              <a:buChar char="•"/>
            </a:pPr>
            <a:r>
              <a:rPr lang="en-GB" dirty="0"/>
              <a:t>Does semantic mapping improves traceability?</a:t>
            </a:r>
          </a:p>
          <a:p>
            <a:pPr algn="ctr"/>
            <a:endParaRPr lang="en-DE" dirty="0"/>
          </a:p>
        </p:txBody>
      </p:sp>
    </p:spTree>
    <p:extLst>
      <p:ext uri="{BB962C8B-B14F-4D97-AF65-F5344CB8AC3E}">
        <p14:creationId xmlns:p14="http://schemas.microsoft.com/office/powerpoint/2010/main" val="3820554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21179-3D8B-E866-86D4-BB579106AAA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A9268EF-02CB-9216-2A8C-341F354059B0}"/>
              </a:ext>
            </a:extLst>
          </p:cNvPr>
          <p:cNvSpPr txBox="1"/>
          <p:nvPr/>
        </p:nvSpPr>
        <p:spPr>
          <a:xfrm>
            <a:off x="8797680" y="0"/>
            <a:ext cx="1188720" cy="390604"/>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en-US" sz="1200" b="0" i="0" u="none" strike="noStrike" kern="1200" cap="none" spc="0" baseline="0" dirty="0">
              <a:solidFill>
                <a:srgbClr val="000000"/>
              </a:solidFill>
              <a:uFillTx/>
              <a:latin typeface="Roboto" pitchFamily="2"/>
              <a:ea typeface="DejaVu Sans" pitchFamily="2"/>
              <a:cs typeface="DejaVu Sans" pitchFamily="2"/>
            </a:endParaRPr>
          </a:p>
        </p:txBody>
      </p:sp>
      <p:sp>
        <p:nvSpPr>
          <p:cNvPr id="3" name="Slide Number Placeholder 2">
            <a:extLst>
              <a:ext uri="{FF2B5EF4-FFF2-40B4-BE49-F238E27FC236}">
                <a16:creationId xmlns:a16="http://schemas.microsoft.com/office/drawing/2014/main" id="{7AA383ED-A61A-65F4-B6A8-20BCE1917EC6}"/>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7</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4" name="Title 1">
            <a:extLst>
              <a:ext uri="{FF2B5EF4-FFF2-40B4-BE49-F238E27FC236}">
                <a16:creationId xmlns:a16="http://schemas.microsoft.com/office/drawing/2014/main" id="{128E6D42-B3DA-9302-0508-99BE0A5D2F67}"/>
              </a:ext>
            </a:extLst>
          </p:cNvPr>
          <p:cNvSpPr txBox="1">
            <a:spLocks noGrp="1"/>
          </p:cNvSpPr>
          <p:nvPr>
            <p:ph type="title" idx="4294967295"/>
          </p:nvPr>
        </p:nvSpPr>
        <p:spPr>
          <a:xfrm>
            <a:off x="0" y="801688"/>
            <a:ext cx="9072563" cy="477837"/>
          </a:xfrm>
        </p:spPr>
        <p:txBody>
          <a:bodyPr/>
          <a:lstStyle/>
          <a:p>
            <a:r>
              <a:rPr lang="en-GB" dirty="0"/>
              <a:t>  Proposed Architecture </a:t>
            </a:r>
            <a:endParaRPr lang="en-DE" dirty="0"/>
          </a:p>
        </p:txBody>
      </p:sp>
      <p:pic>
        <p:nvPicPr>
          <p:cNvPr id="7" name="Picture 6">
            <a:extLst>
              <a:ext uri="{FF2B5EF4-FFF2-40B4-BE49-F238E27FC236}">
                <a16:creationId xmlns:a16="http://schemas.microsoft.com/office/drawing/2014/main" id="{E390CBA6-B0DD-563D-979F-A70B02B17D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6840" y="1280158"/>
            <a:ext cx="6152054" cy="410136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65938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57F4D-4E67-CD37-BFE9-356B827BE7A0}"/>
              </a:ext>
            </a:extLst>
          </p:cNvPr>
          <p:cNvSpPr>
            <a:spLocks noGrp="1"/>
          </p:cNvSpPr>
          <p:nvPr>
            <p:ph type="title"/>
          </p:nvPr>
        </p:nvSpPr>
        <p:spPr/>
        <p:txBody>
          <a:bodyPr/>
          <a:lstStyle/>
          <a:p>
            <a:r>
              <a:rPr lang="en-DE" dirty="0"/>
              <a:t>Human-in-the-Loop (HITL) Evaluation</a:t>
            </a:r>
          </a:p>
        </p:txBody>
      </p:sp>
      <p:sp>
        <p:nvSpPr>
          <p:cNvPr id="8" name="Rectangle: Single Corner Rounded 7">
            <a:extLst>
              <a:ext uri="{FF2B5EF4-FFF2-40B4-BE49-F238E27FC236}">
                <a16:creationId xmlns:a16="http://schemas.microsoft.com/office/drawing/2014/main" id="{C0E48E85-265A-E1DE-A76E-8554D75A3E54}"/>
              </a:ext>
            </a:extLst>
          </p:cNvPr>
          <p:cNvSpPr/>
          <p:nvPr/>
        </p:nvSpPr>
        <p:spPr>
          <a:xfrm>
            <a:off x="394137" y="1418898"/>
            <a:ext cx="7315201" cy="417786"/>
          </a:xfrm>
          <a:prstGeom prst="round1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dirty="0">
                <a:solidFill>
                  <a:schemeClr val="accent1">
                    <a:lumMod val="50000"/>
                  </a:schemeClr>
                </a:solidFill>
              </a:rPr>
              <a:t>Students evaluate the quality and trustworthiness of the assistant.</a:t>
            </a:r>
            <a:endParaRPr lang="en-DE" dirty="0">
              <a:solidFill>
                <a:schemeClr val="accent1">
                  <a:lumMod val="50000"/>
                </a:schemeClr>
              </a:solidFill>
            </a:endParaRPr>
          </a:p>
        </p:txBody>
      </p:sp>
      <p:graphicFrame>
        <p:nvGraphicFramePr>
          <p:cNvPr id="9" name="Diagram 8">
            <a:extLst>
              <a:ext uri="{FF2B5EF4-FFF2-40B4-BE49-F238E27FC236}">
                <a16:creationId xmlns:a16="http://schemas.microsoft.com/office/drawing/2014/main" id="{6D74353D-398C-A1D7-89BC-0A7DDCAB4563}"/>
              </a:ext>
            </a:extLst>
          </p:cNvPr>
          <p:cNvGraphicFramePr/>
          <p:nvPr>
            <p:extLst>
              <p:ext uri="{D42A27DB-BD31-4B8C-83A1-F6EECF244321}">
                <p14:modId xmlns:p14="http://schemas.microsoft.com/office/powerpoint/2010/main" val="2412613875"/>
              </p:ext>
            </p:extLst>
          </p:nvPr>
        </p:nvGraphicFramePr>
        <p:xfrm>
          <a:off x="756746" y="2230821"/>
          <a:ext cx="7643776" cy="28445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0935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6DEA3-BF01-05CC-3A61-60A0543CEA7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23E5-2026-D8D9-0A75-8F7AD54E4458}"/>
              </a:ext>
            </a:extLst>
          </p:cNvPr>
          <p:cNvSpPr txBox="1"/>
          <p:nvPr/>
        </p:nvSpPr>
        <p:spPr>
          <a:xfrm>
            <a:off x="7334640" y="0"/>
            <a:ext cx="1280160" cy="390604"/>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ADE179EF-63DE-4C02-937F-012871C394FB}" type="slidenum">
              <a:rPr lang="en-US" sz="1200" b="0" i="0" u="none" strike="noStrike" kern="1200" cap="none" spc="0" baseline="0">
                <a:solidFill>
                  <a:srgbClr val="000000"/>
                </a:solidFill>
                <a:uFillTx/>
                <a:latin typeface="Roboto" pitchFamily="2"/>
                <a:ea typeface="DejaVu Sans" pitchFamily="2"/>
                <a:cs typeface="DejaVu Sans" pitchFamily="2"/>
              </a:rPr>
              <a:t>9</a:t>
            </a:fld>
            <a:endParaRPr lang="en-US" sz="1200" b="0" i="0" u="none" strike="noStrike" kern="1200" cap="none" spc="0" baseline="0">
              <a:solidFill>
                <a:srgbClr val="000000"/>
              </a:solidFill>
              <a:uFillTx/>
              <a:latin typeface="Roboto" pitchFamily="2"/>
              <a:ea typeface="DejaVu Sans" pitchFamily="2"/>
              <a:cs typeface="DejaVu Sans" pitchFamily="2"/>
            </a:endParaRPr>
          </a:p>
        </p:txBody>
      </p:sp>
      <p:sp>
        <p:nvSpPr>
          <p:cNvPr id="5" name="Text Placeholder 2">
            <a:extLst>
              <a:ext uri="{FF2B5EF4-FFF2-40B4-BE49-F238E27FC236}">
                <a16:creationId xmlns:a16="http://schemas.microsoft.com/office/drawing/2014/main" id="{7ED28DCE-74FC-78C7-0B34-0F95DD813E76}"/>
              </a:ext>
            </a:extLst>
          </p:cNvPr>
          <p:cNvSpPr txBox="1">
            <a:spLocks noGrp="1"/>
          </p:cNvSpPr>
          <p:nvPr>
            <p:ph type="body" idx="4294967295"/>
          </p:nvPr>
        </p:nvSpPr>
        <p:spPr>
          <a:xfrm>
            <a:off x="0" y="2562225"/>
            <a:ext cx="8601075" cy="1746250"/>
          </a:xfrm>
        </p:spPr>
        <p:txBody>
          <a:bodyPr/>
          <a:lstStyle/>
          <a:p>
            <a:pPr lvl="2" algn="ctr">
              <a:buNone/>
            </a:pPr>
            <a:r>
              <a:rPr lang="en-GB" i="1" dirty="0"/>
              <a:t>Thank you</a:t>
            </a:r>
            <a:endParaRPr lang="en-DE" i="1" dirty="0"/>
          </a:p>
        </p:txBody>
      </p:sp>
    </p:spTree>
    <p:extLst>
      <p:ext uri="{BB962C8B-B14F-4D97-AF65-F5344CB8AC3E}">
        <p14:creationId xmlns:p14="http://schemas.microsoft.com/office/powerpoint/2010/main" val="23400390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ha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elfoli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Words>
  <Application>Microsoft Office PowerPoint</Application>
  <PresentationFormat>Custom</PresentationFormat>
  <Paragraphs>76</Paragraphs>
  <Slides>9</Slides>
  <Notes>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9</vt:i4>
      </vt:variant>
    </vt:vector>
  </HeadingPairs>
  <TitlesOfParts>
    <vt:vector size="20" baseType="lpstr">
      <vt:lpstr>Arial</vt:lpstr>
      <vt:lpstr>Calibri</vt:lpstr>
      <vt:lpstr>Liberation Sans</vt:lpstr>
      <vt:lpstr>Liberation Serif</vt:lpstr>
      <vt:lpstr>OpenSymbol</vt:lpstr>
      <vt:lpstr>Roboto</vt:lpstr>
      <vt:lpstr>Roboto:frac=1&amp;smcp</vt:lpstr>
      <vt:lpstr>StarSymbol</vt:lpstr>
      <vt:lpstr>Wingdings</vt:lpstr>
      <vt:lpstr>Inhalt</vt:lpstr>
      <vt:lpstr>Titelfolie</vt:lpstr>
      <vt:lpstr>Semantic Retrieval of ICS Security Requirements from BSI and NIST Standards</vt:lpstr>
      <vt:lpstr>Introduction - OT Security Assistant for OT Cybersecurity Requirement Analysis</vt:lpstr>
      <vt:lpstr>Problem Statement</vt:lpstr>
      <vt:lpstr>Proposed Solutions</vt:lpstr>
      <vt:lpstr>System Components</vt:lpstr>
      <vt:lpstr>Research Questions</vt:lpstr>
      <vt:lpstr>  Proposed Architecture </vt:lpstr>
      <vt:lpstr>Human-in-the-Loop (HITL) Evaluation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dipan banerjee</dc:creator>
  <cp:lastModifiedBy>Dipan Banerjee</cp:lastModifiedBy>
  <cp:revision>65</cp:revision>
  <dcterms:created xsi:type="dcterms:W3CDTF">2019-10-29T10:44:45Z</dcterms:created>
  <dcterms:modified xsi:type="dcterms:W3CDTF">2026-06-16T12:39:00Z</dcterms:modified>
</cp:coreProperties>
</file>