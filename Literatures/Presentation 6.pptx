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3"/>
  </p:notesMasterIdLst>
  <p:handoutMasterIdLst>
    <p:handoutMasterId r:id="rId14"/>
  </p:handoutMasterIdLst>
  <p:sldIdLst>
    <p:sldId id="256" r:id="rId3"/>
    <p:sldId id="275" r:id="rId4"/>
    <p:sldId id="283" r:id="rId5"/>
    <p:sldId id="288" r:id="rId6"/>
    <p:sldId id="289" r:id="rId7"/>
    <p:sldId id="290" r:id="rId8"/>
    <p:sldId id="287" r:id="rId9"/>
    <p:sldId id="279" r:id="rId10"/>
    <p:sldId id="291" r:id="rId11"/>
    <p:sldId id="280" r:id="rId12"/>
  </p:sldIdLst>
  <p:sldSz cx="10080625" cy="5670550"/>
  <p:notesSz cx="7772400" cy="100584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44" autoAdjust="0"/>
    <p:restoredTop sz="94660"/>
  </p:normalViewPr>
  <p:slideViewPr>
    <p:cSldViewPr snapToGrid="0">
      <p:cViewPr varScale="1">
        <p:scale>
          <a:sx n="97" d="100"/>
          <a:sy n="97" d="100"/>
        </p:scale>
        <p:origin x="734"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DCCC00-E22C-4950-AE4B-89886359FE6E}"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DE"/>
        </a:p>
      </dgm:t>
    </dgm:pt>
    <dgm:pt modelId="{5370010D-03D0-480A-8B65-8F67FB6258B6}" type="pres">
      <dgm:prSet presAssocID="{8ADCCC00-E22C-4950-AE4B-89886359FE6E}" presName="Name0" presStyleCnt="0">
        <dgm:presLayoutVars>
          <dgm:dir/>
          <dgm:animLvl val="lvl"/>
          <dgm:resizeHandles val="exact"/>
        </dgm:presLayoutVars>
      </dgm:prSet>
      <dgm:spPr/>
    </dgm:pt>
  </dgm:ptLst>
  <dgm:cxnLst>
    <dgm:cxn modelId="{A959D40E-CF0F-4CE3-A7F7-21D92828FE11}" type="presOf" srcId="{8ADCCC00-E22C-4950-AE4B-89886359FE6E}" destId="{5370010D-03D0-480A-8B65-8F67FB6258B6}"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77ADB4B-0066-80AE-88DE-E41AAA087677}"/>
              </a:ext>
            </a:extLst>
          </p:cNvPr>
          <p:cNvSpPr txBox="1">
            <a:spLocks noGrp="1"/>
          </p:cNvSpPr>
          <p:nvPr>
            <p:ph type="hdr" sz="quarter"/>
          </p:nvPr>
        </p:nvSpPr>
        <p:spPr>
          <a:xfrm>
            <a:off x="0" y="0"/>
            <a:ext cx="3372837" cy="502563"/>
          </a:xfrm>
          <a:prstGeom prst="rect">
            <a:avLst/>
          </a:prstGeom>
          <a:noFill/>
          <a:ln>
            <a:noFill/>
          </a:ln>
        </p:spPr>
        <p:txBody>
          <a:bodyPr vert="horz" wrap="non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DejaVu Sans" pitchFamily="2"/>
              <a:cs typeface="FreeSans" pitchFamily="2"/>
            </a:endParaRPr>
          </a:p>
        </p:txBody>
      </p:sp>
      <p:sp>
        <p:nvSpPr>
          <p:cNvPr id="3" name="Date Placeholder 2">
            <a:extLst>
              <a:ext uri="{FF2B5EF4-FFF2-40B4-BE49-F238E27FC236}">
                <a16:creationId xmlns:a16="http://schemas.microsoft.com/office/drawing/2014/main" id="{313BBF29-3B44-438B-A91F-2F8E9DA96DD9}"/>
              </a:ext>
            </a:extLst>
          </p:cNvPr>
          <p:cNvSpPr txBox="1">
            <a:spLocks noGrp="1"/>
          </p:cNvSpPr>
          <p:nvPr>
            <p:ph type="dt" sz="quarter" idx="1"/>
          </p:nvPr>
        </p:nvSpPr>
        <p:spPr>
          <a:xfrm>
            <a:off x="4399196" y="0"/>
            <a:ext cx="3372837" cy="502563"/>
          </a:xfrm>
          <a:prstGeom prst="rect">
            <a:avLst/>
          </a:prstGeom>
          <a:noFill/>
          <a:ln>
            <a:noFill/>
          </a:ln>
        </p:spPr>
        <p:txBody>
          <a:bodyPr vert="horz" wrap="none" lIns="90004" tIns="44997" rIns="90004" bIns="44997" anchor="t"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DejaVu Sans" pitchFamily="2"/>
              <a:cs typeface="FreeSans" pitchFamily="2"/>
            </a:endParaRPr>
          </a:p>
        </p:txBody>
      </p:sp>
      <p:sp>
        <p:nvSpPr>
          <p:cNvPr id="4" name="Footer Placeholder 3">
            <a:extLst>
              <a:ext uri="{FF2B5EF4-FFF2-40B4-BE49-F238E27FC236}">
                <a16:creationId xmlns:a16="http://schemas.microsoft.com/office/drawing/2014/main" id="{BB370095-0F81-DC60-E59B-6D55AA6AA4AD}"/>
              </a:ext>
            </a:extLst>
          </p:cNvPr>
          <p:cNvSpPr txBox="1">
            <a:spLocks noGrp="1"/>
          </p:cNvSpPr>
          <p:nvPr>
            <p:ph type="ftr" sz="quarter" idx="2"/>
          </p:nvPr>
        </p:nvSpPr>
        <p:spPr>
          <a:xfrm>
            <a:off x="0" y="9555480"/>
            <a:ext cx="3372837" cy="502563"/>
          </a:xfrm>
          <a:prstGeom prst="rect">
            <a:avLst/>
          </a:prstGeom>
          <a:noFill/>
          <a:ln>
            <a:noFill/>
          </a:ln>
        </p:spPr>
        <p:txBody>
          <a:bodyPr vert="horz" wrap="none" lIns="90004" tIns="44997" rIns="90004" bIns="44997" anchor="b"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DejaVu Sans" pitchFamily="2"/>
              <a:cs typeface="FreeSans" pitchFamily="2"/>
            </a:endParaRPr>
          </a:p>
        </p:txBody>
      </p:sp>
      <p:sp>
        <p:nvSpPr>
          <p:cNvPr id="5" name="Slide Number Placeholder 4">
            <a:extLst>
              <a:ext uri="{FF2B5EF4-FFF2-40B4-BE49-F238E27FC236}">
                <a16:creationId xmlns:a16="http://schemas.microsoft.com/office/drawing/2014/main" id="{E70E677D-4622-2B7D-BB12-B791CB2C2685}"/>
              </a:ext>
            </a:extLst>
          </p:cNvPr>
          <p:cNvSpPr txBox="1">
            <a:spLocks noGrp="1"/>
          </p:cNvSpPr>
          <p:nvPr>
            <p:ph type="sldNum" sz="quarter" idx="3"/>
          </p:nvPr>
        </p:nvSpPr>
        <p:spPr>
          <a:xfrm>
            <a:off x="4399196" y="9555480"/>
            <a:ext cx="3372837" cy="502563"/>
          </a:xfrm>
          <a:prstGeom prst="rect">
            <a:avLst/>
          </a:prstGeom>
          <a:noFill/>
          <a:ln>
            <a:noFill/>
          </a:ln>
        </p:spPr>
        <p:txBody>
          <a:bodyPr vert="horz" wrap="none" lIns="90004" tIns="44997" rIns="90004" bIns="44997" anchor="b"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fld id="{8E3709D1-F1DD-4437-B873-D406EF16BBA4}" type="slidenum">
              <a:t>‹#›</a:t>
            </a:fld>
            <a:endParaRPr lang="en-US" sz="1400" b="0" i="0" u="none" strike="noStrike" kern="1200" cap="none" spc="0" baseline="0">
              <a:solidFill>
                <a:srgbClr val="000000"/>
              </a:solidFill>
              <a:uFillTx/>
              <a:latin typeface="Liberation Sans" pitchFamily="18"/>
              <a:ea typeface="DejaVu Sans" pitchFamily="2"/>
              <a:cs typeface="FreeSans" pitchFamily="2"/>
            </a:endParaRPr>
          </a:p>
        </p:txBody>
      </p:sp>
    </p:spTree>
    <p:extLst>
      <p:ext uri="{BB962C8B-B14F-4D97-AF65-F5344CB8AC3E}">
        <p14:creationId xmlns:p14="http://schemas.microsoft.com/office/powerpoint/2010/main" val="30871669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ECDA7-C3A8-06D7-F068-4F8537496329}"/>
              </a:ext>
            </a:extLst>
          </p:cNvPr>
          <p:cNvSpPr>
            <a:spLocks noGrp="1" noRot="1" noChangeAspect="1"/>
          </p:cNvSpPr>
          <p:nvPr>
            <p:ph type="sldImg" idx="2"/>
          </p:nvPr>
        </p:nvSpPr>
        <p:spPr>
          <a:xfrm>
            <a:off x="533515" y="764282"/>
            <a:ext cx="6704636" cy="3771360"/>
          </a:xfrm>
          <a:prstGeom prst="rect">
            <a:avLst/>
          </a:prstGeom>
          <a:noFill/>
          <a:ln>
            <a:noFill/>
            <a:prstDash val="solid"/>
          </a:ln>
        </p:spPr>
      </p:sp>
      <p:sp>
        <p:nvSpPr>
          <p:cNvPr id="3" name="Notes Placeholder 2">
            <a:extLst>
              <a:ext uri="{FF2B5EF4-FFF2-40B4-BE49-F238E27FC236}">
                <a16:creationId xmlns:a16="http://schemas.microsoft.com/office/drawing/2014/main" id="{09973F09-03BF-0E5F-B1D4-31159634B969}"/>
              </a:ext>
            </a:extLst>
          </p:cNvPr>
          <p:cNvSpPr txBox="1">
            <a:spLocks noGrp="1"/>
          </p:cNvSpPr>
          <p:nvPr>
            <p:ph type="body" sz="quarter" idx="3"/>
          </p:nvPr>
        </p:nvSpPr>
        <p:spPr>
          <a:xfrm>
            <a:off x="777240" y="4777557"/>
            <a:ext cx="6217563" cy="4525923"/>
          </a:xfrm>
          <a:prstGeom prst="rect">
            <a:avLst/>
          </a:prstGeom>
          <a:noFill/>
          <a:ln>
            <a:noFill/>
          </a:ln>
        </p:spPr>
        <p:txBody>
          <a:bodyPr vert="horz" wrap="square" lIns="0" tIns="0" rIns="0" bIns="0" anchor="t" anchorCtr="0" compatLnSpc="1">
            <a:noAutofit/>
          </a:bodyPr>
          <a:lstStyle/>
          <a:p>
            <a:pPr lvl="0"/>
            <a:endParaRPr lang="en-US"/>
          </a:p>
        </p:txBody>
      </p:sp>
      <p:sp>
        <p:nvSpPr>
          <p:cNvPr id="4" name="Header Placeholder 3">
            <a:extLst>
              <a:ext uri="{FF2B5EF4-FFF2-40B4-BE49-F238E27FC236}">
                <a16:creationId xmlns:a16="http://schemas.microsoft.com/office/drawing/2014/main" id="{8A3856D7-A8D8-7878-9369-A19E0980FC8B}"/>
              </a:ext>
            </a:extLst>
          </p:cNvPr>
          <p:cNvSpPr txBox="1">
            <a:spLocks noGrp="1"/>
          </p:cNvSpPr>
          <p:nvPr>
            <p:ph type="hdr" sz="quarter"/>
          </p:nvPr>
        </p:nvSpPr>
        <p:spPr>
          <a:xfrm>
            <a:off x="0" y="0"/>
            <a:ext cx="3372837" cy="502563"/>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DejaVu Sans" pitchFamily="2"/>
                <a:cs typeface="DejaVu Sans" pitchFamily="2"/>
              </a:defRPr>
            </a:lvl1pPr>
          </a:lstStyle>
          <a:p>
            <a:pPr lvl="0"/>
            <a:endParaRPr lang="en-US"/>
          </a:p>
        </p:txBody>
      </p:sp>
      <p:sp>
        <p:nvSpPr>
          <p:cNvPr id="5" name="Date Placeholder 4">
            <a:extLst>
              <a:ext uri="{FF2B5EF4-FFF2-40B4-BE49-F238E27FC236}">
                <a16:creationId xmlns:a16="http://schemas.microsoft.com/office/drawing/2014/main" id="{9C012641-30D4-C543-1E78-C528D7E2558F}"/>
              </a:ext>
            </a:extLst>
          </p:cNvPr>
          <p:cNvSpPr txBox="1">
            <a:spLocks noGrp="1"/>
          </p:cNvSpPr>
          <p:nvPr>
            <p:ph type="dt" idx="1"/>
          </p:nvPr>
        </p:nvSpPr>
        <p:spPr>
          <a:xfrm>
            <a:off x="4399196" y="0"/>
            <a:ext cx="3372837" cy="502563"/>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DejaVu Sans" pitchFamily="2"/>
                <a:cs typeface="DejaVu Sans" pitchFamily="2"/>
              </a:defRPr>
            </a:lvl1pPr>
          </a:lstStyle>
          <a:p>
            <a:pPr lvl="0"/>
            <a:endParaRPr lang="en-US"/>
          </a:p>
        </p:txBody>
      </p:sp>
      <p:sp>
        <p:nvSpPr>
          <p:cNvPr id="6" name="Footer Placeholder 5">
            <a:extLst>
              <a:ext uri="{FF2B5EF4-FFF2-40B4-BE49-F238E27FC236}">
                <a16:creationId xmlns:a16="http://schemas.microsoft.com/office/drawing/2014/main" id="{AACA89E5-5492-0E98-43FF-D4A8BE204BBB}"/>
              </a:ext>
            </a:extLst>
          </p:cNvPr>
          <p:cNvSpPr txBox="1">
            <a:spLocks noGrp="1"/>
          </p:cNvSpPr>
          <p:nvPr>
            <p:ph type="ftr" sz="quarter" idx="4"/>
          </p:nvPr>
        </p:nvSpPr>
        <p:spPr>
          <a:xfrm>
            <a:off x="0" y="9555480"/>
            <a:ext cx="3372837" cy="502563"/>
          </a:xfrm>
          <a:prstGeom prst="rect">
            <a:avLst/>
          </a:prstGeom>
          <a:noFill/>
          <a:ln>
            <a:noFill/>
          </a:ln>
        </p:spPr>
        <p:txBody>
          <a:bodyPr vert="horz" wrap="square" lIns="0" tIns="0" rIns="0" bIns="0" anchor="b"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DejaVu Sans" pitchFamily="2"/>
                <a:cs typeface="DejaVu Sans" pitchFamily="2"/>
              </a:defRPr>
            </a:lvl1pPr>
          </a:lstStyle>
          <a:p>
            <a:pPr lvl="0"/>
            <a:endParaRPr lang="en-US"/>
          </a:p>
        </p:txBody>
      </p:sp>
      <p:sp>
        <p:nvSpPr>
          <p:cNvPr id="7" name="Slide Number Placeholder 6">
            <a:extLst>
              <a:ext uri="{FF2B5EF4-FFF2-40B4-BE49-F238E27FC236}">
                <a16:creationId xmlns:a16="http://schemas.microsoft.com/office/drawing/2014/main" id="{C769293F-D66F-23CB-4A6E-07E0644708DF}"/>
              </a:ext>
            </a:extLst>
          </p:cNvPr>
          <p:cNvSpPr txBox="1">
            <a:spLocks noGrp="1"/>
          </p:cNvSpPr>
          <p:nvPr>
            <p:ph type="sldNum" sz="quarter" idx="5"/>
          </p:nvPr>
        </p:nvSpPr>
        <p:spPr>
          <a:xfrm>
            <a:off x="4399196" y="9555480"/>
            <a:ext cx="3372837" cy="502563"/>
          </a:xfrm>
          <a:prstGeom prst="rect">
            <a:avLst/>
          </a:prstGeom>
          <a:noFill/>
          <a:ln>
            <a:noFill/>
          </a:ln>
        </p:spPr>
        <p:txBody>
          <a:bodyPr vert="horz" wrap="square" lIns="0" tIns="0" rIns="0" bIns="0" anchor="b"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DejaVu Sans" pitchFamily="2"/>
                <a:cs typeface="DejaVu Sans" pitchFamily="2"/>
              </a:defRPr>
            </a:lvl1pPr>
          </a:lstStyle>
          <a:p>
            <a:pPr lvl="0"/>
            <a:fld id="{62C876FF-0F98-4461-9741-A5EB3271767E}" type="slidenum">
              <a:t>‹#›</a:t>
            </a:fld>
            <a:endParaRPr lang="en-US"/>
          </a:p>
        </p:txBody>
      </p:sp>
    </p:spTree>
    <p:extLst>
      <p:ext uri="{BB962C8B-B14F-4D97-AF65-F5344CB8AC3E}">
        <p14:creationId xmlns:p14="http://schemas.microsoft.com/office/powerpoint/2010/main" val="2732097043"/>
      </p:ext>
    </p:extLst>
  </p:cSld>
  <p:clrMap bg1="lt1" tx1="dk1" bg2="lt2" tx2="dk2" accent1="accent1" accent2="accent2" accent3="accent3" accent4="accent4" accent5="accent5" accent6="accent6" hlink="hlink" folHlink="folHlink"/>
  <p:notesStyle>
    <a:lvl1pPr marL="215999" marR="0" lvl="0" indent="-215999" defTabSz="914400" rtl="0" fontAlgn="auto" hangingPunct="0">
      <a:lnSpc>
        <a:spcPct val="100000"/>
      </a:lnSpc>
      <a:spcBef>
        <a:spcPts val="0"/>
      </a:spcBef>
      <a:spcAft>
        <a:spcPts val="0"/>
      </a:spcAft>
      <a:buNone/>
      <a:tabLst/>
      <a:defRPr lang="en-US" sz="2000" b="0" i="0" u="none" strike="noStrike" kern="1200" cap="none" spc="0" baseline="0">
        <a:solidFill>
          <a:srgbClr val="000000"/>
        </a:solidFill>
        <a:highlight>
          <a:scrgbClr r="0" g="0" b="0">
            <a:alpha val="0"/>
          </a:scrgbClr>
        </a:highlight>
        <a:uFillTx/>
        <a:latin typeface="Liberation Sans" pitchFamily="18"/>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7322A9C4-058A-F170-CCB8-C44D66F025F1}"/>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79B6291-7C39-481B-9C1D-26FF42D8F14B}" type="slidenum">
              <a:t>1</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3B2A2C4A-97C4-2EAD-A76D-0877E82CED4D}"/>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B38FCA7B-294A-269F-BFDD-8DD65BDFD183}"/>
              </a:ext>
            </a:extLst>
          </p:cNvPr>
          <p:cNvSpPr txBox="1">
            <a:spLocks noGrp="1"/>
          </p:cNvSpPr>
          <p:nvPr>
            <p:ph type="body" sz="quarter" idx="1"/>
          </p:nvPr>
        </p:nvSpPr>
        <p:spPr/>
        <p:txBody>
          <a:bodyPr>
            <a:spAutoFit/>
          </a:bodyPr>
          <a:lstStyle/>
          <a:p>
            <a:endParaRPr lang="en-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69DF2-3CD1-FB01-6D84-95A37BC04DF8}"/>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581045D6-8F65-176D-9107-1C57B2E53ED2}"/>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52984B9-6F2F-4C86-B20B-5DD78842F902}" type="slidenum">
              <a:t>2</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BC7A96CC-1B1B-033E-6ACF-025A42C1939D}"/>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E2D9F153-A14F-97E0-CDAA-C39B2D502F38}"/>
              </a:ext>
            </a:extLst>
          </p:cNvPr>
          <p:cNvSpPr txBox="1">
            <a:spLocks noGrp="1"/>
          </p:cNvSpPr>
          <p:nvPr>
            <p:ph type="body" sz="quarter" idx="1"/>
          </p:nvPr>
        </p:nvSpPr>
        <p:spPr/>
        <p:txBody>
          <a:bodyPr/>
          <a:lstStyle/>
          <a:p>
            <a:endParaRPr lang="en-DE"/>
          </a:p>
        </p:txBody>
      </p:sp>
    </p:spTree>
    <p:extLst>
      <p:ext uri="{BB962C8B-B14F-4D97-AF65-F5344CB8AC3E}">
        <p14:creationId xmlns:p14="http://schemas.microsoft.com/office/powerpoint/2010/main" val="3000873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7D55A-4C49-458C-F518-46BE4BE90DEA}"/>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1F50BE2C-BB33-61F0-B4A1-76910505809C}"/>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52984B9-6F2F-4C86-B20B-5DD78842F902}" type="slidenum">
              <a:t>3</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48699222-0A8D-34F8-4C55-5234A82D0D9E}"/>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72037B96-7212-D975-A182-83F2ACACAD84}"/>
              </a:ext>
            </a:extLst>
          </p:cNvPr>
          <p:cNvSpPr txBox="1">
            <a:spLocks noGrp="1"/>
          </p:cNvSpPr>
          <p:nvPr>
            <p:ph type="body" sz="quarter" idx="1"/>
          </p:nvPr>
        </p:nvSpPr>
        <p:spPr/>
        <p:txBody>
          <a:bodyPr/>
          <a:lstStyle/>
          <a:p>
            <a:endParaRPr lang="en-DE"/>
          </a:p>
        </p:txBody>
      </p:sp>
    </p:spTree>
    <p:extLst>
      <p:ext uri="{BB962C8B-B14F-4D97-AF65-F5344CB8AC3E}">
        <p14:creationId xmlns:p14="http://schemas.microsoft.com/office/powerpoint/2010/main" val="1955651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486DC-27ED-9630-BD25-A6D9CB1764E0}"/>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280A95D5-C8D8-6184-8E14-699F35EAA480}"/>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52984B9-6F2F-4C86-B20B-5DD78842F902}" type="slidenum">
              <a:t>4</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AC4794DA-0FD5-E824-DFD5-134C1D6AED1F}"/>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392FAB12-5447-0FA0-5164-5BCF88311B91}"/>
              </a:ext>
            </a:extLst>
          </p:cNvPr>
          <p:cNvSpPr txBox="1">
            <a:spLocks noGrp="1"/>
          </p:cNvSpPr>
          <p:nvPr>
            <p:ph type="body" sz="quarter" idx="1"/>
          </p:nvPr>
        </p:nvSpPr>
        <p:spPr/>
        <p:txBody>
          <a:bodyPr/>
          <a:lstStyle/>
          <a:p>
            <a:endParaRPr lang="en-DE"/>
          </a:p>
        </p:txBody>
      </p:sp>
    </p:spTree>
    <p:extLst>
      <p:ext uri="{BB962C8B-B14F-4D97-AF65-F5344CB8AC3E}">
        <p14:creationId xmlns:p14="http://schemas.microsoft.com/office/powerpoint/2010/main" val="13237284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140D0-8692-E130-AE4E-1A5C3FF02599}"/>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7404BD4C-4608-8F4C-9369-2E1A84903AB6}"/>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52984B9-6F2F-4C86-B20B-5DD78842F902}" type="slidenum">
              <a:t>5</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D0D77A1E-9A03-33B3-899D-4DDC89588391}"/>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1DEF497C-3C95-6732-B02F-D1914CFF736E}"/>
              </a:ext>
            </a:extLst>
          </p:cNvPr>
          <p:cNvSpPr txBox="1">
            <a:spLocks noGrp="1"/>
          </p:cNvSpPr>
          <p:nvPr>
            <p:ph type="body" sz="quarter" idx="1"/>
          </p:nvPr>
        </p:nvSpPr>
        <p:spPr/>
        <p:txBody>
          <a:bodyPr/>
          <a:lstStyle/>
          <a:p>
            <a:endParaRPr lang="en-DE"/>
          </a:p>
        </p:txBody>
      </p:sp>
    </p:spTree>
    <p:extLst>
      <p:ext uri="{BB962C8B-B14F-4D97-AF65-F5344CB8AC3E}">
        <p14:creationId xmlns:p14="http://schemas.microsoft.com/office/powerpoint/2010/main" val="11203547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DCE64-9872-8424-6599-063576AF75D5}"/>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EC229EE4-B29A-18F3-0D02-531A8F0DBBAA}"/>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52984B9-6F2F-4C86-B20B-5DD78842F902}" type="slidenum">
              <a:t>6</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0611C642-4A73-45AC-02C0-4B10E9E16D27}"/>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5A3FC278-F066-25F4-E4D4-70211F735BE6}"/>
              </a:ext>
            </a:extLst>
          </p:cNvPr>
          <p:cNvSpPr txBox="1">
            <a:spLocks noGrp="1"/>
          </p:cNvSpPr>
          <p:nvPr>
            <p:ph type="body" sz="quarter" idx="1"/>
          </p:nvPr>
        </p:nvSpPr>
        <p:spPr/>
        <p:txBody>
          <a:bodyPr/>
          <a:lstStyle/>
          <a:p>
            <a:endParaRPr lang="en-DE"/>
          </a:p>
        </p:txBody>
      </p:sp>
    </p:spTree>
    <p:extLst>
      <p:ext uri="{BB962C8B-B14F-4D97-AF65-F5344CB8AC3E}">
        <p14:creationId xmlns:p14="http://schemas.microsoft.com/office/powerpoint/2010/main" val="2122748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pPr lvl="0"/>
            <a:fld id="{62C876FF-0F98-4461-9741-A5EB3271767E}" type="slidenum">
              <a:rPr lang="en-DE" smtClean="0"/>
              <a:t>7</a:t>
            </a:fld>
            <a:endParaRPr lang="en-DE"/>
          </a:p>
        </p:txBody>
      </p:sp>
    </p:spTree>
    <p:extLst>
      <p:ext uri="{BB962C8B-B14F-4D97-AF65-F5344CB8AC3E}">
        <p14:creationId xmlns:p14="http://schemas.microsoft.com/office/powerpoint/2010/main" val="17749374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4577A-F90E-4363-0A1B-4C3938E56E9B}"/>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12598AE0-18C6-EDD0-5955-72F75E5612EF}"/>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52984B9-6F2F-4C86-B20B-5DD78842F902}" type="slidenum">
              <a:t>8</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1D042C49-947C-D4EA-0C69-60CE2D41B08F}"/>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CC1F685C-7326-803C-9F6C-AF2DD6AC01D3}"/>
              </a:ext>
            </a:extLst>
          </p:cNvPr>
          <p:cNvSpPr txBox="1">
            <a:spLocks noGrp="1"/>
          </p:cNvSpPr>
          <p:nvPr>
            <p:ph type="body" sz="quarter" idx="1"/>
          </p:nvPr>
        </p:nvSpPr>
        <p:spPr/>
        <p:txBody>
          <a:bodyPr/>
          <a:lstStyle/>
          <a:p>
            <a:endParaRPr lang="en-DE"/>
          </a:p>
        </p:txBody>
      </p:sp>
    </p:spTree>
    <p:extLst>
      <p:ext uri="{BB962C8B-B14F-4D97-AF65-F5344CB8AC3E}">
        <p14:creationId xmlns:p14="http://schemas.microsoft.com/office/powerpoint/2010/main" val="9910349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0296E-8091-56FB-5A3D-995C3E1FAC93}"/>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797EEE03-68AC-181A-8C08-95DEF76EE393}"/>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52984B9-6F2F-4C86-B20B-5DD78842F902}" type="slidenum">
              <a:t>9</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0AB50340-CB39-093E-8D25-86624C0AE358}"/>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6B983671-EBC3-1DA4-3C7D-1AFA0CF7DBF5}"/>
              </a:ext>
            </a:extLst>
          </p:cNvPr>
          <p:cNvSpPr txBox="1">
            <a:spLocks noGrp="1"/>
          </p:cNvSpPr>
          <p:nvPr>
            <p:ph type="body" sz="quarter" idx="1"/>
          </p:nvPr>
        </p:nvSpPr>
        <p:spPr/>
        <p:txBody>
          <a:bodyPr/>
          <a:lstStyle/>
          <a:p>
            <a:endParaRPr lang="en-DE"/>
          </a:p>
        </p:txBody>
      </p:sp>
    </p:spTree>
    <p:extLst>
      <p:ext uri="{BB962C8B-B14F-4D97-AF65-F5344CB8AC3E}">
        <p14:creationId xmlns:p14="http://schemas.microsoft.com/office/powerpoint/2010/main" val="3054111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0DDF5-788E-E50E-4416-7818E2180658}"/>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9C1EFE1E-F90D-D950-2FA6-AE68AEF34AEB}"/>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52984B9-6F2F-4C86-B20B-5DD78842F902}" type="slidenum">
              <a:t>10</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6B8B5916-03F2-E079-CF92-31DD082B1E09}"/>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E521245B-8B2E-666E-9DC9-BD2918C1E007}"/>
              </a:ext>
            </a:extLst>
          </p:cNvPr>
          <p:cNvSpPr txBox="1">
            <a:spLocks noGrp="1"/>
          </p:cNvSpPr>
          <p:nvPr>
            <p:ph type="body" sz="quarter" idx="1"/>
          </p:nvPr>
        </p:nvSpPr>
        <p:spPr/>
        <p:txBody>
          <a:bodyPr/>
          <a:lstStyle/>
          <a:p>
            <a:endParaRPr lang="en-DE"/>
          </a:p>
        </p:txBody>
      </p:sp>
    </p:spTree>
    <p:extLst>
      <p:ext uri="{BB962C8B-B14F-4D97-AF65-F5344CB8AC3E}">
        <p14:creationId xmlns:p14="http://schemas.microsoft.com/office/powerpoint/2010/main" val="2508042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D0692-D582-2F05-E6E1-75FA21AC24A8}"/>
              </a:ext>
            </a:extLst>
          </p:cNvPr>
          <p:cNvSpPr txBox="1">
            <a:spLocks noGrp="1"/>
          </p:cNvSpPr>
          <p:nvPr>
            <p:ph type="ctrTitle"/>
          </p:nvPr>
        </p:nvSpPr>
        <p:spPr>
          <a:xfrm>
            <a:off x="1260472" y="928692"/>
            <a:ext cx="7559673" cy="1973266"/>
          </a:xfrm>
        </p:spPr>
        <p:txBody>
          <a:bodyPr anchor="b" anchorCtr="1"/>
          <a:lstStyle>
            <a:lvl1pPr algn="ctr">
              <a:defRPr sz="6000"/>
            </a:lvl1pPr>
          </a:lstStyle>
          <a:p>
            <a:pPr lvl="0"/>
            <a:r>
              <a:rPr lang="en-US"/>
              <a:t>Click to edit Master title style</a:t>
            </a:r>
            <a:endParaRPr lang="en-IN"/>
          </a:p>
        </p:txBody>
      </p:sp>
      <p:sp>
        <p:nvSpPr>
          <p:cNvPr id="3" name="Subtitle 2">
            <a:extLst>
              <a:ext uri="{FF2B5EF4-FFF2-40B4-BE49-F238E27FC236}">
                <a16:creationId xmlns:a16="http://schemas.microsoft.com/office/drawing/2014/main" id="{37A65ABE-6A03-70D0-92EB-5A2627253F16}"/>
              </a:ext>
            </a:extLst>
          </p:cNvPr>
          <p:cNvSpPr txBox="1">
            <a:spLocks noGrp="1"/>
          </p:cNvSpPr>
          <p:nvPr>
            <p:ph type="subTitle" idx="1"/>
          </p:nvPr>
        </p:nvSpPr>
        <p:spPr>
          <a:xfrm>
            <a:off x="1260472" y="2978145"/>
            <a:ext cx="7559673" cy="1370008"/>
          </a:xfrm>
        </p:spPr>
        <p:txBody>
          <a:bodyPr anchorCtr="1"/>
          <a:lstStyle>
            <a:lvl1pPr algn="ctr">
              <a:buNone/>
              <a:defRPr sz="2400"/>
            </a:lvl1pPr>
          </a:lstStyle>
          <a:p>
            <a:pPr lvl="0"/>
            <a:r>
              <a:rPr lang="en-US"/>
              <a:t>Click to edit Master subtitle style</a:t>
            </a:r>
            <a:endParaRPr lang="en-IN"/>
          </a:p>
        </p:txBody>
      </p:sp>
      <p:sp>
        <p:nvSpPr>
          <p:cNvPr id="4" name="Date Placeholder 3">
            <a:extLst>
              <a:ext uri="{FF2B5EF4-FFF2-40B4-BE49-F238E27FC236}">
                <a16:creationId xmlns:a16="http://schemas.microsoft.com/office/drawing/2014/main" id="{EF4E0434-2803-A8B0-2A4C-E14985E97AC7}"/>
              </a:ext>
            </a:extLst>
          </p:cNvPr>
          <p:cNvSpPr txBox="1">
            <a:spLocks noGrp="1"/>
          </p:cNvSpPr>
          <p:nvPr>
            <p:ph type="dt" sz="half" idx="7"/>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D1FD409C-70C5-4D19-8F5C-953B5C43B164}"/>
              </a:ext>
            </a:extLst>
          </p:cNvPr>
          <p:cNvSpPr txBox="1">
            <a:spLocks noGrp="1"/>
          </p:cNvSpPr>
          <p:nvPr>
            <p:ph type="sldNum" sz="quarter" idx="8"/>
          </p:nvPr>
        </p:nvSpPr>
        <p:spPr/>
        <p:txBody>
          <a:bodyPr/>
          <a:lstStyle>
            <a:lvl1pPr>
              <a:defRPr/>
            </a:lvl1pPr>
          </a:lstStyle>
          <a:p>
            <a:pPr lvl="0"/>
            <a:fld id="{497A69B3-CB82-48A4-85DC-DB28B576C7D9}" type="slidenum">
              <a:t>‹#›</a:t>
            </a:fld>
            <a:endParaRPr lang="en-US"/>
          </a:p>
        </p:txBody>
      </p:sp>
    </p:spTree>
    <p:extLst>
      <p:ext uri="{BB962C8B-B14F-4D97-AF65-F5344CB8AC3E}">
        <p14:creationId xmlns:p14="http://schemas.microsoft.com/office/powerpoint/2010/main" val="499388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A4DFA-56A8-A429-BB0A-03AB366B05B1}"/>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9C92BE78-A7A5-C53C-79E0-E0BB6D972370}"/>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246AE2-6A71-CC5C-B3C1-FCA0FBEF6FA3}"/>
              </a:ext>
            </a:extLst>
          </p:cNvPr>
          <p:cNvSpPr txBox="1">
            <a:spLocks noGrp="1"/>
          </p:cNvSpPr>
          <p:nvPr>
            <p:ph type="dt" sz="half" idx="7"/>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F7AF5F15-9115-F38D-A2D2-CF33FB413F31}"/>
              </a:ext>
            </a:extLst>
          </p:cNvPr>
          <p:cNvSpPr txBox="1">
            <a:spLocks noGrp="1"/>
          </p:cNvSpPr>
          <p:nvPr>
            <p:ph type="sldNum" sz="quarter" idx="8"/>
          </p:nvPr>
        </p:nvSpPr>
        <p:spPr/>
        <p:txBody>
          <a:bodyPr/>
          <a:lstStyle>
            <a:lvl1pPr>
              <a:defRPr/>
            </a:lvl1pPr>
          </a:lstStyle>
          <a:p>
            <a:pPr lvl="0"/>
            <a:fld id="{498D6634-5E44-4BFE-8C0C-4E32CDC28DD0}" type="slidenum">
              <a:t>‹#›</a:t>
            </a:fld>
            <a:endParaRPr lang="en-US"/>
          </a:p>
        </p:txBody>
      </p:sp>
    </p:spTree>
    <p:extLst>
      <p:ext uri="{BB962C8B-B14F-4D97-AF65-F5344CB8AC3E}">
        <p14:creationId xmlns:p14="http://schemas.microsoft.com/office/powerpoint/2010/main" val="2024984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28E96-9306-2AC7-5D59-0057A8D5CED4}"/>
              </a:ext>
            </a:extLst>
          </p:cNvPr>
          <p:cNvSpPr txBox="1">
            <a:spLocks noGrp="1"/>
          </p:cNvSpPr>
          <p:nvPr>
            <p:ph type="title"/>
          </p:nvPr>
        </p:nvSpPr>
        <p:spPr>
          <a:xfrm>
            <a:off x="687391" y="1414467"/>
            <a:ext cx="8694736" cy="2357432"/>
          </a:xfrm>
        </p:spPr>
        <p:txBody>
          <a:bodyPr anchor="b"/>
          <a:lstStyle>
            <a:lvl1pPr>
              <a:defRPr sz="6000"/>
            </a:lvl1p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B2E694A1-89C8-2383-E71D-F09DBA6B5D4A}"/>
              </a:ext>
            </a:extLst>
          </p:cNvPr>
          <p:cNvSpPr txBox="1">
            <a:spLocks noGrp="1"/>
          </p:cNvSpPr>
          <p:nvPr>
            <p:ph type="body" idx="1"/>
          </p:nvPr>
        </p:nvSpPr>
        <p:spPr>
          <a:xfrm>
            <a:off x="687391" y="3794129"/>
            <a:ext cx="8694736" cy="1241426"/>
          </a:xfrm>
        </p:spPr>
        <p:txBody>
          <a:bodyPr/>
          <a:lstStyle>
            <a:lvl1pPr>
              <a:buNone/>
              <a:defRPr sz="2400">
                <a:solidFill>
                  <a:srgbClr val="898989"/>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0B1FC8C6-B589-8D28-762B-4BD12F167A3E}"/>
              </a:ext>
            </a:extLst>
          </p:cNvPr>
          <p:cNvSpPr txBox="1">
            <a:spLocks noGrp="1"/>
          </p:cNvSpPr>
          <p:nvPr>
            <p:ph type="dt" sz="half" idx="7"/>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1A8442E9-6C1D-5BBE-6FF0-341BB8B564B2}"/>
              </a:ext>
            </a:extLst>
          </p:cNvPr>
          <p:cNvSpPr txBox="1">
            <a:spLocks noGrp="1"/>
          </p:cNvSpPr>
          <p:nvPr>
            <p:ph type="sldNum" sz="quarter" idx="8"/>
          </p:nvPr>
        </p:nvSpPr>
        <p:spPr/>
        <p:txBody>
          <a:bodyPr/>
          <a:lstStyle>
            <a:lvl1pPr>
              <a:defRPr/>
            </a:lvl1pPr>
          </a:lstStyle>
          <a:p>
            <a:pPr lvl="0"/>
            <a:fld id="{4CC6EC41-B1FB-40ED-B3CA-EAEEB8A0FC59}" type="slidenum">
              <a:t>‹#›</a:t>
            </a:fld>
            <a:endParaRPr lang="en-US"/>
          </a:p>
        </p:txBody>
      </p:sp>
    </p:spTree>
    <p:extLst>
      <p:ext uri="{BB962C8B-B14F-4D97-AF65-F5344CB8AC3E}">
        <p14:creationId xmlns:p14="http://schemas.microsoft.com/office/powerpoint/2010/main" val="3884711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A79AD-E879-2C21-6EBF-730FB99BA61D}"/>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49D8CDDF-F509-BA6C-0D60-820167E81C01}"/>
              </a:ext>
            </a:extLst>
          </p:cNvPr>
          <p:cNvSpPr txBox="1">
            <a:spLocks noGrp="1"/>
          </p:cNvSpPr>
          <p:nvPr>
            <p:ph idx="1"/>
          </p:nvPr>
        </p:nvSpPr>
        <p:spPr>
          <a:xfrm>
            <a:off x="503240" y="1463670"/>
            <a:ext cx="4459291" cy="411480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AA8C37E-72B9-2BA7-CC06-6E3A8C1C6E1A}"/>
              </a:ext>
            </a:extLst>
          </p:cNvPr>
          <p:cNvSpPr txBox="1">
            <a:spLocks noGrp="1"/>
          </p:cNvSpPr>
          <p:nvPr>
            <p:ph idx="2"/>
          </p:nvPr>
        </p:nvSpPr>
        <p:spPr>
          <a:xfrm>
            <a:off x="5114925" y="1463670"/>
            <a:ext cx="4460872" cy="411480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1CC2506-4356-DC3E-1033-D9EE85C8D52C}"/>
              </a:ext>
            </a:extLst>
          </p:cNvPr>
          <p:cNvSpPr txBox="1">
            <a:spLocks noGrp="1"/>
          </p:cNvSpPr>
          <p:nvPr>
            <p:ph type="dt" sz="half" idx="7"/>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957694D4-A99E-4BCB-FF32-D559DECE3570}"/>
              </a:ext>
            </a:extLst>
          </p:cNvPr>
          <p:cNvSpPr txBox="1">
            <a:spLocks noGrp="1"/>
          </p:cNvSpPr>
          <p:nvPr>
            <p:ph type="sldNum" sz="quarter" idx="8"/>
          </p:nvPr>
        </p:nvSpPr>
        <p:spPr/>
        <p:txBody>
          <a:bodyPr/>
          <a:lstStyle>
            <a:lvl1pPr>
              <a:defRPr/>
            </a:lvl1pPr>
          </a:lstStyle>
          <a:p>
            <a:pPr lvl="0"/>
            <a:fld id="{0E093AF5-B7C8-49F7-AD50-244FB35223D7}" type="slidenum">
              <a:t>‹#›</a:t>
            </a:fld>
            <a:endParaRPr lang="en-US"/>
          </a:p>
        </p:txBody>
      </p:sp>
    </p:spTree>
    <p:extLst>
      <p:ext uri="{BB962C8B-B14F-4D97-AF65-F5344CB8AC3E}">
        <p14:creationId xmlns:p14="http://schemas.microsoft.com/office/powerpoint/2010/main" val="2164078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82374-F860-FD29-0BE6-18E521D52B2B}"/>
              </a:ext>
            </a:extLst>
          </p:cNvPr>
          <p:cNvSpPr txBox="1">
            <a:spLocks noGrp="1"/>
          </p:cNvSpPr>
          <p:nvPr>
            <p:ph type="title"/>
          </p:nvPr>
        </p:nvSpPr>
        <p:spPr>
          <a:xfrm>
            <a:off x="693736" y="301623"/>
            <a:ext cx="8694736" cy="1096959"/>
          </a:xfrm>
        </p:spPr>
        <p:txBody>
          <a:bodyPr/>
          <a:lstStyle>
            <a:lvl1pPr>
              <a:defRPr/>
            </a:lvl1p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9C256535-6240-CB08-A4C7-AAC4E7827DEC}"/>
              </a:ext>
            </a:extLst>
          </p:cNvPr>
          <p:cNvSpPr txBox="1">
            <a:spLocks noGrp="1"/>
          </p:cNvSpPr>
          <p:nvPr>
            <p:ph type="body" idx="1"/>
          </p:nvPr>
        </p:nvSpPr>
        <p:spPr>
          <a:xfrm>
            <a:off x="693736" y="1390646"/>
            <a:ext cx="4265611" cy="681035"/>
          </a:xfrm>
        </p:spPr>
        <p:txBody>
          <a:bodyPr anchor="b"/>
          <a:lstStyle>
            <a:lvl1pPr>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D0018BF4-C6D5-3F0E-5241-F5989C0471B0}"/>
              </a:ext>
            </a:extLst>
          </p:cNvPr>
          <p:cNvSpPr txBox="1">
            <a:spLocks noGrp="1"/>
          </p:cNvSpPr>
          <p:nvPr>
            <p:ph idx="2"/>
          </p:nvPr>
        </p:nvSpPr>
        <p:spPr>
          <a:xfrm>
            <a:off x="693736" y="2071692"/>
            <a:ext cx="4265611" cy="3046415"/>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69CCF9B-2DE2-4FF3-9605-4244221185CD}"/>
              </a:ext>
            </a:extLst>
          </p:cNvPr>
          <p:cNvSpPr txBox="1">
            <a:spLocks noGrp="1"/>
          </p:cNvSpPr>
          <p:nvPr>
            <p:ph type="body" idx="3"/>
          </p:nvPr>
        </p:nvSpPr>
        <p:spPr>
          <a:xfrm>
            <a:off x="5103815" y="1390646"/>
            <a:ext cx="4284658" cy="681035"/>
          </a:xfrm>
        </p:spPr>
        <p:txBody>
          <a:bodyPr anchor="b"/>
          <a:lstStyle>
            <a:lvl1pPr>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8D465416-4190-CC53-106F-80A968E61045}"/>
              </a:ext>
            </a:extLst>
          </p:cNvPr>
          <p:cNvSpPr txBox="1">
            <a:spLocks noGrp="1"/>
          </p:cNvSpPr>
          <p:nvPr>
            <p:ph idx="4"/>
          </p:nvPr>
        </p:nvSpPr>
        <p:spPr>
          <a:xfrm>
            <a:off x="5103815" y="2071692"/>
            <a:ext cx="4284658" cy="3046415"/>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B58252A-B0CA-5927-4128-285E93AEDC98}"/>
              </a:ext>
            </a:extLst>
          </p:cNvPr>
          <p:cNvSpPr txBox="1">
            <a:spLocks noGrp="1"/>
          </p:cNvSpPr>
          <p:nvPr>
            <p:ph type="dt" sz="half" idx="7"/>
          </p:nvPr>
        </p:nvSpPr>
        <p:spPr/>
        <p:txBody>
          <a:bodyPr/>
          <a:lstStyle>
            <a:lvl1pPr>
              <a:defRPr/>
            </a:lvl1pPr>
          </a:lstStyle>
          <a:p>
            <a:pPr lvl="0"/>
            <a:endParaRPr lang="en-US"/>
          </a:p>
        </p:txBody>
      </p:sp>
      <p:sp>
        <p:nvSpPr>
          <p:cNvPr id="8" name="Slide Number Placeholder 7">
            <a:extLst>
              <a:ext uri="{FF2B5EF4-FFF2-40B4-BE49-F238E27FC236}">
                <a16:creationId xmlns:a16="http://schemas.microsoft.com/office/drawing/2014/main" id="{45E75EB1-8997-93A4-1BBA-8409A0EC66AC}"/>
              </a:ext>
            </a:extLst>
          </p:cNvPr>
          <p:cNvSpPr txBox="1">
            <a:spLocks noGrp="1"/>
          </p:cNvSpPr>
          <p:nvPr>
            <p:ph type="sldNum" sz="quarter" idx="8"/>
          </p:nvPr>
        </p:nvSpPr>
        <p:spPr/>
        <p:txBody>
          <a:bodyPr/>
          <a:lstStyle>
            <a:lvl1pPr>
              <a:defRPr/>
            </a:lvl1pPr>
          </a:lstStyle>
          <a:p>
            <a:pPr lvl="0"/>
            <a:fld id="{9EF0F5E4-7714-48B3-BC87-5ED985E3193E}" type="slidenum">
              <a:t>‹#›</a:t>
            </a:fld>
            <a:endParaRPr lang="en-US"/>
          </a:p>
        </p:txBody>
      </p:sp>
    </p:spTree>
    <p:extLst>
      <p:ext uri="{BB962C8B-B14F-4D97-AF65-F5344CB8AC3E}">
        <p14:creationId xmlns:p14="http://schemas.microsoft.com/office/powerpoint/2010/main" val="1496683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71549-F8A8-5860-C55E-5BE6DC7BAF28}"/>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Date Placeholder 2">
            <a:extLst>
              <a:ext uri="{FF2B5EF4-FFF2-40B4-BE49-F238E27FC236}">
                <a16:creationId xmlns:a16="http://schemas.microsoft.com/office/drawing/2014/main" id="{155A75F9-A035-C691-CA77-7C3B65DD0A15}"/>
              </a:ext>
            </a:extLst>
          </p:cNvPr>
          <p:cNvSpPr txBox="1">
            <a:spLocks noGrp="1"/>
          </p:cNvSpPr>
          <p:nvPr>
            <p:ph type="dt" sz="half" idx="7"/>
          </p:nvPr>
        </p:nvSpPr>
        <p:spPr/>
        <p:txBody>
          <a:bodyPr/>
          <a:lstStyle>
            <a:lvl1pPr>
              <a:defRPr/>
            </a:lvl1pPr>
          </a:lstStyle>
          <a:p>
            <a:pPr lvl="0"/>
            <a:endParaRPr lang="en-US"/>
          </a:p>
        </p:txBody>
      </p:sp>
      <p:sp>
        <p:nvSpPr>
          <p:cNvPr id="4" name="Slide Number Placeholder 3">
            <a:extLst>
              <a:ext uri="{FF2B5EF4-FFF2-40B4-BE49-F238E27FC236}">
                <a16:creationId xmlns:a16="http://schemas.microsoft.com/office/drawing/2014/main" id="{54611A37-B070-519D-D972-53B4F8CC6B2E}"/>
              </a:ext>
            </a:extLst>
          </p:cNvPr>
          <p:cNvSpPr txBox="1">
            <a:spLocks noGrp="1"/>
          </p:cNvSpPr>
          <p:nvPr>
            <p:ph type="sldNum" sz="quarter" idx="8"/>
          </p:nvPr>
        </p:nvSpPr>
        <p:spPr/>
        <p:txBody>
          <a:bodyPr/>
          <a:lstStyle>
            <a:lvl1pPr>
              <a:defRPr/>
            </a:lvl1pPr>
          </a:lstStyle>
          <a:p>
            <a:pPr lvl="0"/>
            <a:fld id="{7AD336F7-0458-41A4-BD70-F426082592B4}" type="slidenum">
              <a:t>‹#›</a:t>
            </a:fld>
            <a:endParaRPr lang="en-US"/>
          </a:p>
        </p:txBody>
      </p:sp>
    </p:spTree>
    <p:extLst>
      <p:ext uri="{BB962C8B-B14F-4D97-AF65-F5344CB8AC3E}">
        <p14:creationId xmlns:p14="http://schemas.microsoft.com/office/powerpoint/2010/main" val="1650182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229E8A-EC55-27B8-683B-4B39300CC6EA}"/>
              </a:ext>
            </a:extLst>
          </p:cNvPr>
          <p:cNvSpPr txBox="1">
            <a:spLocks noGrp="1"/>
          </p:cNvSpPr>
          <p:nvPr>
            <p:ph type="dt" sz="half" idx="7"/>
          </p:nvPr>
        </p:nvSpPr>
        <p:spPr/>
        <p:txBody>
          <a:bodyPr/>
          <a:lstStyle>
            <a:lvl1pPr>
              <a:defRPr/>
            </a:lvl1pPr>
          </a:lstStyle>
          <a:p>
            <a:pPr lvl="0"/>
            <a:endParaRPr lang="en-US"/>
          </a:p>
        </p:txBody>
      </p:sp>
      <p:sp>
        <p:nvSpPr>
          <p:cNvPr id="3" name="Slide Number Placeholder 2">
            <a:extLst>
              <a:ext uri="{FF2B5EF4-FFF2-40B4-BE49-F238E27FC236}">
                <a16:creationId xmlns:a16="http://schemas.microsoft.com/office/drawing/2014/main" id="{ABD67047-A896-27F8-6BBF-F15CBDC55EEA}"/>
              </a:ext>
            </a:extLst>
          </p:cNvPr>
          <p:cNvSpPr txBox="1">
            <a:spLocks noGrp="1"/>
          </p:cNvSpPr>
          <p:nvPr>
            <p:ph type="sldNum" sz="quarter" idx="8"/>
          </p:nvPr>
        </p:nvSpPr>
        <p:spPr/>
        <p:txBody>
          <a:bodyPr/>
          <a:lstStyle>
            <a:lvl1pPr>
              <a:defRPr/>
            </a:lvl1pPr>
          </a:lstStyle>
          <a:p>
            <a:pPr lvl="0"/>
            <a:fld id="{44A031C5-4224-4C08-8D79-4AE8468A35F2}" type="slidenum">
              <a:t>‹#›</a:t>
            </a:fld>
            <a:endParaRPr lang="en-US"/>
          </a:p>
        </p:txBody>
      </p:sp>
    </p:spTree>
    <p:extLst>
      <p:ext uri="{BB962C8B-B14F-4D97-AF65-F5344CB8AC3E}">
        <p14:creationId xmlns:p14="http://schemas.microsoft.com/office/powerpoint/2010/main" val="173743039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73C84-D9D0-1C5D-649A-F0529D55DED1}"/>
              </a:ext>
            </a:extLst>
          </p:cNvPr>
          <p:cNvSpPr txBox="1">
            <a:spLocks noGrp="1"/>
          </p:cNvSpPr>
          <p:nvPr>
            <p:ph type="title"/>
          </p:nvPr>
        </p:nvSpPr>
        <p:spPr>
          <a:xfrm>
            <a:off x="693736" y="377820"/>
            <a:ext cx="3251204" cy="1323978"/>
          </a:xfrm>
        </p:spPr>
        <p:txBody>
          <a:bodyPr anchor="b"/>
          <a:lstStyle>
            <a:lvl1pPr>
              <a:defRPr sz="3200"/>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F26F807D-2442-BBD9-BE44-2AA7E8FB1514}"/>
              </a:ext>
            </a:extLst>
          </p:cNvPr>
          <p:cNvSpPr txBox="1">
            <a:spLocks noGrp="1"/>
          </p:cNvSpPr>
          <p:nvPr>
            <p:ph idx="1"/>
          </p:nvPr>
        </p:nvSpPr>
        <p:spPr>
          <a:xfrm>
            <a:off x="4286249" y="815973"/>
            <a:ext cx="5102223" cy="4030666"/>
          </a:xfrm>
        </p:spPr>
        <p:txBody>
          <a:bodyPr/>
          <a:lstStyle>
            <a:lvl1pPr>
              <a:defRPr sz="3200"/>
            </a:lvl1pPr>
            <a:lvl2pPr>
              <a:defRPr sz="2800"/>
            </a:lvl2pPr>
            <a:lvl3pPr>
              <a:defRPr sz="2400"/>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20CA880-3D79-6C1D-FE7A-DE9AD82F09CB}"/>
              </a:ext>
            </a:extLst>
          </p:cNvPr>
          <p:cNvSpPr txBox="1">
            <a:spLocks noGrp="1"/>
          </p:cNvSpPr>
          <p:nvPr>
            <p:ph type="body" idx="2"/>
          </p:nvPr>
        </p:nvSpPr>
        <p:spPr>
          <a:xfrm>
            <a:off x="693736" y="1701798"/>
            <a:ext cx="3251204" cy="3151186"/>
          </a:xfrm>
        </p:spPr>
        <p:txBody>
          <a:bodyPr/>
          <a:lstStyle>
            <a:lvl1pPr>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C16E0A4F-C16D-9447-6361-BBB53B537D1E}"/>
              </a:ext>
            </a:extLst>
          </p:cNvPr>
          <p:cNvSpPr txBox="1">
            <a:spLocks noGrp="1"/>
          </p:cNvSpPr>
          <p:nvPr>
            <p:ph type="dt" sz="half" idx="7"/>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84F2591E-EF53-1E1F-7FB0-A19AB4AC3795}"/>
              </a:ext>
            </a:extLst>
          </p:cNvPr>
          <p:cNvSpPr txBox="1">
            <a:spLocks noGrp="1"/>
          </p:cNvSpPr>
          <p:nvPr>
            <p:ph type="sldNum" sz="quarter" idx="8"/>
          </p:nvPr>
        </p:nvSpPr>
        <p:spPr/>
        <p:txBody>
          <a:bodyPr/>
          <a:lstStyle>
            <a:lvl1pPr>
              <a:defRPr/>
            </a:lvl1pPr>
          </a:lstStyle>
          <a:p>
            <a:pPr lvl="0"/>
            <a:fld id="{47DB112C-0D5A-4A56-B951-2E51CB205511}" type="slidenum">
              <a:t>‹#›</a:t>
            </a:fld>
            <a:endParaRPr lang="en-US"/>
          </a:p>
        </p:txBody>
      </p:sp>
    </p:spTree>
    <p:extLst>
      <p:ext uri="{BB962C8B-B14F-4D97-AF65-F5344CB8AC3E}">
        <p14:creationId xmlns:p14="http://schemas.microsoft.com/office/powerpoint/2010/main" val="2472575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E3E0C-4CC1-6057-DF6D-E828D84F5953}"/>
              </a:ext>
            </a:extLst>
          </p:cNvPr>
          <p:cNvSpPr txBox="1">
            <a:spLocks noGrp="1"/>
          </p:cNvSpPr>
          <p:nvPr>
            <p:ph type="title"/>
          </p:nvPr>
        </p:nvSpPr>
        <p:spPr>
          <a:xfrm>
            <a:off x="693736" y="377820"/>
            <a:ext cx="3251204" cy="1323978"/>
          </a:xfrm>
        </p:spPr>
        <p:txBody>
          <a:bodyPr anchor="b"/>
          <a:lstStyle>
            <a:lvl1pPr>
              <a:defRPr sz="3200"/>
            </a:lvl1pPr>
          </a:lstStyle>
          <a:p>
            <a:pPr lvl="0"/>
            <a:r>
              <a:rPr lang="en-US"/>
              <a:t>Click to edit Master title style</a:t>
            </a:r>
            <a:endParaRPr lang="en-IN"/>
          </a:p>
        </p:txBody>
      </p:sp>
      <p:sp>
        <p:nvSpPr>
          <p:cNvPr id="3" name="Picture Placeholder 2">
            <a:extLst>
              <a:ext uri="{FF2B5EF4-FFF2-40B4-BE49-F238E27FC236}">
                <a16:creationId xmlns:a16="http://schemas.microsoft.com/office/drawing/2014/main" id="{FE5128CD-E2BA-5690-0DF6-850E550BE658}"/>
              </a:ext>
            </a:extLst>
          </p:cNvPr>
          <p:cNvSpPr txBox="1">
            <a:spLocks noGrp="1"/>
          </p:cNvSpPr>
          <p:nvPr>
            <p:ph type="pic" idx="1"/>
          </p:nvPr>
        </p:nvSpPr>
        <p:spPr>
          <a:xfrm>
            <a:off x="4286249" y="815973"/>
            <a:ext cx="5102223" cy="4030666"/>
          </a:xfrm>
        </p:spPr>
        <p:txBody>
          <a:bodyPr/>
          <a:lstStyle>
            <a:lvl1pPr>
              <a:buNone/>
              <a:defRPr lang="en-IN" sz="3200"/>
            </a:lvl1pPr>
          </a:lstStyle>
          <a:p>
            <a:pPr lvl="0"/>
            <a:endParaRPr lang="en-IN"/>
          </a:p>
        </p:txBody>
      </p:sp>
      <p:sp>
        <p:nvSpPr>
          <p:cNvPr id="4" name="Text Placeholder 3">
            <a:extLst>
              <a:ext uri="{FF2B5EF4-FFF2-40B4-BE49-F238E27FC236}">
                <a16:creationId xmlns:a16="http://schemas.microsoft.com/office/drawing/2014/main" id="{F5F39B6B-1901-21B3-B270-AB0F1F74AF28}"/>
              </a:ext>
            </a:extLst>
          </p:cNvPr>
          <p:cNvSpPr txBox="1">
            <a:spLocks noGrp="1"/>
          </p:cNvSpPr>
          <p:nvPr>
            <p:ph type="body" idx="2"/>
          </p:nvPr>
        </p:nvSpPr>
        <p:spPr>
          <a:xfrm>
            <a:off x="693736" y="1701798"/>
            <a:ext cx="3251204" cy="3151186"/>
          </a:xfrm>
        </p:spPr>
        <p:txBody>
          <a:bodyPr/>
          <a:lstStyle>
            <a:lvl1pPr>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C7F3E415-B17E-9D9C-D4F3-40A416C9CFA1}"/>
              </a:ext>
            </a:extLst>
          </p:cNvPr>
          <p:cNvSpPr txBox="1">
            <a:spLocks noGrp="1"/>
          </p:cNvSpPr>
          <p:nvPr>
            <p:ph type="dt" sz="half" idx="7"/>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AE58ACDB-ACB6-526E-A4EC-32CBEA49FB28}"/>
              </a:ext>
            </a:extLst>
          </p:cNvPr>
          <p:cNvSpPr txBox="1">
            <a:spLocks noGrp="1"/>
          </p:cNvSpPr>
          <p:nvPr>
            <p:ph type="sldNum" sz="quarter" idx="8"/>
          </p:nvPr>
        </p:nvSpPr>
        <p:spPr/>
        <p:txBody>
          <a:bodyPr/>
          <a:lstStyle>
            <a:lvl1pPr>
              <a:defRPr/>
            </a:lvl1pPr>
          </a:lstStyle>
          <a:p>
            <a:pPr lvl="0"/>
            <a:fld id="{D514BC18-A0FC-4D3C-9995-2BDDD279168D}" type="slidenum">
              <a:t>‹#›</a:t>
            </a:fld>
            <a:endParaRPr lang="en-US"/>
          </a:p>
        </p:txBody>
      </p:sp>
    </p:spTree>
    <p:extLst>
      <p:ext uri="{BB962C8B-B14F-4D97-AF65-F5344CB8AC3E}">
        <p14:creationId xmlns:p14="http://schemas.microsoft.com/office/powerpoint/2010/main" val="559897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384B9-F1B1-453F-D79E-23E4B256B741}"/>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Vertical Text Placeholder 2">
            <a:extLst>
              <a:ext uri="{FF2B5EF4-FFF2-40B4-BE49-F238E27FC236}">
                <a16:creationId xmlns:a16="http://schemas.microsoft.com/office/drawing/2014/main" id="{56A28298-4D3C-40F2-CBD5-34B5E758A62B}"/>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BFB841-11AE-DB00-E2AB-C02353997CAB}"/>
              </a:ext>
            </a:extLst>
          </p:cNvPr>
          <p:cNvSpPr txBox="1">
            <a:spLocks noGrp="1"/>
          </p:cNvSpPr>
          <p:nvPr>
            <p:ph type="dt" sz="half" idx="7"/>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FD9CE52C-1D19-1480-38D3-95A8C8889514}"/>
              </a:ext>
            </a:extLst>
          </p:cNvPr>
          <p:cNvSpPr txBox="1">
            <a:spLocks noGrp="1"/>
          </p:cNvSpPr>
          <p:nvPr>
            <p:ph type="sldNum" sz="quarter" idx="8"/>
          </p:nvPr>
        </p:nvSpPr>
        <p:spPr/>
        <p:txBody>
          <a:bodyPr/>
          <a:lstStyle>
            <a:lvl1pPr>
              <a:defRPr/>
            </a:lvl1pPr>
          </a:lstStyle>
          <a:p>
            <a:pPr lvl="0"/>
            <a:fld id="{05CD21F2-7F5F-4479-A848-31E033094BF8}" type="slidenum">
              <a:t>‹#›</a:t>
            </a:fld>
            <a:endParaRPr lang="en-US"/>
          </a:p>
        </p:txBody>
      </p:sp>
    </p:spTree>
    <p:extLst>
      <p:ext uri="{BB962C8B-B14F-4D97-AF65-F5344CB8AC3E}">
        <p14:creationId xmlns:p14="http://schemas.microsoft.com/office/powerpoint/2010/main" val="966494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3F86DA-83E6-5622-0B7A-359E73E162E9}"/>
              </a:ext>
            </a:extLst>
          </p:cNvPr>
          <p:cNvSpPr txBox="1">
            <a:spLocks noGrp="1"/>
          </p:cNvSpPr>
          <p:nvPr>
            <p:ph type="title" orient="vert"/>
          </p:nvPr>
        </p:nvSpPr>
        <p:spPr>
          <a:xfrm>
            <a:off x="7308854" y="801691"/>
            <a:ext cx="2266953" cy="4776789"/>
          </a:xfrm>
        </p:spPr>
        <p:txBody>
          <a:bodyPr vert="eaVert"/>
          <a:lstStyle>
            <a:lvl1pPr>
              <a:defRPr/>
            </a:lvl1pPr>
          </a:lstStyle>
          <a:p>
            <a:pPr lvl="0"/>
            <a:r>
              <a:rPr lang="en-US"/>
              <a:t>Click to edit Master title style</a:t>
            </a:r>
            <a:endParaRPr lang="en-IN"/>
          </a:p>
        </p:txBody>
      </p:sp>
      <p:sp>
        <p:nvSpPr>
          <p:cNvPr id="3" name="Vertical Text Placeholder 2">
            <a:extLst>
              <a:ext uri="{FF2B5EF4-FFF2-40B4-BE49-F238E27FC236}">
                <a16:creationId xmlns:a16="http://schemas.microsoft.com/office/drawing/2014/main" id="{2E72B167-181F-FB00-68BD-BA58A15B2EB4}"/>
              </a:ext>
            </a:extLst>
          </p:cNvPr>
          <p:cNvSpPr txBox="1">
            <a:spLocks noGrp="1"/>
          </p:cNvSpPr>
          <p:nvPr>
            <p:ph type="body" orient="vert" idx="1"/>
          </p:nvPr>
        </p:nvSpPr>
        <p:spPr>
          <a:xfrm>
            <a:off x="503240" y="801691"/>
            <a:ext cx="6653210" cy="4776789"/>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B0E4E7-BBE7-BEB9-D85F-E19340A549C4}"/>
              </a:ext>
            </a:extLst>
          </p:cNvPr>
          <p:cNvSpPr txBox="1">
            <a:spLocks noGrp="1"/>
          </p:cNvSpPr>
          <p:nvPr>
            <p:ph type="dt" sz="half" idx="7"/>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3B290E01-4B5B-E885-AFB5-30696B386D02}"/>
              </a:ext>
            </a:extLst>
          </p:cNvPr>
          <p:cNvSpPr txBox="1">
            <a:spLocks noGrp="1"/>
          </p:cNvSpPr>
          <p:nvPr>
            <p:ph type="sldNum" sz="quarter" idx="8"/>
          </p:nvPr>
        </p:nvSpPr>
        <p:spPr/>
        <p:txBody>
          <a:bodyPr/>
          <a:lstStyle>
            <a:lvl1pPr>
              <a:defRPr/>
            </a:lvl1pPr>
          </a:lstStyle>
          <a:p>
            <a:pPr lvl="0"/>
            <a:fld id="{FC1DBD68-169B-4B72-8FFE-DAD6733BBA8A}" type="slidenum">
              <a:t>‹#›</a:t>
            </a:fld>
            <a:endParaRPr lang="en-US"/>
          </a:p>
        </p:txBody>
      </p:sp>
    </p:spTree>
    <p:extLst>
      <p:ext uri="{BB962C8B-B14F-4D97-AF65-F5344CB8AC3E}">
        <p14:creationId xmlns:p14="http://schemas.microsoft.com/office/powerpoint/2010/main" val="16192571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9DCE4-9602-1954-C57E-A51213F0C30A}"/>
              </a:ext>
            </a:extLst>
          </p:cNvPr>
          <p:cNvSpPr txBox="1">
            <a:spLocks noGrp="1"/>
          </p:cNvSpPr>
          <p:nvPr>
            <p:ph type="ctrTitle"/>
          </p:nvPr>
        </p:nvSpPr>
        <p:spPr>
          <a:xfrm>
            <a:off x="1260472" y="928692"/>
            <a:ext cx="7559673" cy="1973266"/>
          </a:xfrm>
        </p:spPr>
        <p:txBody>
          <a:bodyPr anchor="b" anchorCtr="1"/>
          <a:lstStyle>
            <a:lvl1pPr algn="ctr">
              <a:defRPr sz="6000"/>
            </a:lvl1pPr>
          </a:lstStyle>
          <a:p>
            <a:pPr lvl="0"/>
            <a:r>
              <a:rPr lang="en-US"/>
              <a:t>Click to edit Master title style</a:t>
            </a:r>
            <a:endParaRPr lang="en-IN"/>
          </a:p>
        </p:txBody>
      </p:sp>
      <p:sp>
        <p:nvSpPr>
          <p:cNvPr id="3" name="Subtitle 2">
            <a:extLst>
              <a:ext uri="{FF2B5EF4-FFF2-40B4-BE49-F238E27FC236}">
                <a16:creationId xmlns:a16="http://schemas.microsoft.com/office/drawing/2014/main" id="{7D46605A-0FB7-6269-A6C6-72CB20FB6458}"/>
              </a:ext>
            </a:extLst>
          </p:cNvPr>
          <p:cNvSpPr txBox="1">
            <a:spLocks noGrp="1"/>
          </p:cNvSpPr>
          <p:nvPr>
            <p:ph type="subTitle" idx="1"/>
          </p:nvPr>
        </p:nvSpPr>
        <p:spPr>
          <a:xfrm>
            <a:off x="1260472" y="2978145"/>
            <a:ext cx="7559673" cy="1370008"/>
          </a:xfrm>
        </p:spPr>
        <p:txBody>
          <a:bodyPr anchorCtr="1"/>
          <a:lstStyle>
            <a:lvl1pPr algn="ctr">
              <a:buNone/>
              <a:defRPr sz="2400"/>
            </a:lvl1pPr>
          </a:lstStyle>
          <a:p>
            <a:pPr lvl="0"/>
            <a:r>
              <a:rPr lang="en-US"/>
              <a:t>Click to edit Master subtitle style</a:t>
            </a:r>
            <a:endParaRPr lang="en-IN"/>
          </a:p>
        </p:txBody>
      </p:sp>
    </p:spTree>
    <p:extLst>
      <p:ext uri="{BB962C8B-B14F-4D97-AF65-F5344CB8AC3E}">
        <p14:creationId xmlns:p14="http://schemas.microsoft.com/office/powerpoint/2010/main" val="13151143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3FA53-C44E-B783-0358-79C31043AF55}"/>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7603E10F-836F-1B6D-FAB8-C192278D0E38}"/>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2942988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393E9-7C0A-63E7-A4FC-50276A0AC65C}"/>
              </a:ext>
            </a:extLst>
          </p:cNvPr>
          <p:cNvSpPr txBox="1">
            <a:spLocks noGrp="1"/>
          </p:cNvSpPr>
          <p:nvPr>
            <p:ph type="title"/>
          </p:nvPr>
        </p:nvSpPr>
        <p:spPr>
          <a:xfrm>
            <a:off x="687391" y="1414467"/>
            <a:ext cx="8694736" cy="2357432"/>
          </a:xfrm>
        </p:spPr>
        <p:txBody>
          <a:bodyPr anchor="b"/>
          <a:lstStyle>
            <a:lvl1pPr>
              <a:defRPr sz="6000"/>
            </a:lvl1p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3B7B763B-80A2-CC1E-8D09-EDE7E8E8C1C4}"/>
              </a:ext>
            </a:extLst>
          </p:cNvPr>
          <p:cNvSpPr txBox="1">
            <a:spLocks noGrp="1"/>
          </p:cNvSpPr>
          <p:nvPr>
            <p:ph type="body" idx="1"/>
          </p:nvPr>
        </p:nvSpPr>
        <p:spPr>
          <a:xfrm>
            <a:off x="687391" y="3794129"/>
            <a:ext cx="8694736" cy="1241426"/>
          </a:xfrm>
        </p:spPr>
        <p:txBody>
          <a:bodyPr/>
          <a:lstStyle>
            <a:lvl1pPr>
              <a:buNone/>
              <a:defRPr sz="2400">
                <a:solidFill>
                  <a:srgbClr val="898989"/>
                </a:solidFill>
              </a:defRPr>
            </a:lvl1pPr>
          </a:lstStyle>
          <a:p>
            <a:pPr lvl="0"/>
            <a:r>
              <a:rPr lang="en-US"/>
              <a:t>Click to edit Master text styles</a:t>
            </a:r>
          </a:p>
        </p:txBody>
      </p:sp>
    </p:spTree>
    <p:extLst>
      <p:ext uri="{BB962C8B-B14F-4D97-AF65-F5344CB8AC3E}">
        <p14:creationId xmlns:p14="http://schemas.microsoft.com/office/powerpoint/2010/main" val="27638646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249C7-3275-D0A1-08AC-D51EA6185C53}"/>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E37C57F8-E6BD-AD05-AB5F-60A868B9B644}"/>
              </a:ext>
            </a:extLst>
          </p:cNvPr>
          <p:cNvSpPr txBox="1">
            <a:spLocks noGrp="1"/>
          </p:cNvSpPr>
          <p:nvPr>
            <p:ph idx="1"/>
          </p:nvPr>
        </p:nvSpPr>
        <p:spPr>
          <a:xfrm>
            <a:off x="503240" y="4022729"/>
            <a:ext cx="4459291" cy="1533521"/>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88E6BAE-169E-0E0A-99E6-1ED153E461CA}"/>
              </a:ext>
            </a:extLst>
          </p:cNvPr>
          <p:cNvSpPr txBox="1">
            <a:spLocks noGrp="1"/>
          </p:cNvSpPr>
          <p:nvPr>
            <p:ph idx="2"/>
          </p:nvPr>
        </p:nvSpPr>
        <p:spPr>
          <a:xfrm>
            <a:off x="5114925" y="4022729"/>
            <a:ext cx="4460872" cy="1533521"/>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6505075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69007-141D-A4D5-CED8-FBF2E8840654}"/>
              </a:ext>
            </a:extLst>
          </p:cNvPr>
          <p:cNvSpPr txBox="1">
            <a:spLocks noGrp="1"/>
          </p:cNvSpPr>
          <p:nvPr>
            <p:ph type="title"/>
          </p:nvPr>
        </p:nvSpPr>
        <p:spPr>
          <a:xfrm>
            <a:off x="693736" y="301623"/>
            <a:ext cx="8694736" cy="1096959"/>
          </a:xfrm>
        </p:spPr>
        <p:txBody>
          <a:bodyPr/>
          <a:lstStyle>
            <a:lvl1pPr>
              <a:defRPr/>
            </a:lvl1p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D1B96B6F-6CCB-399E-3B9F-A5B7F5DC6634}"/>
              </a:ext>
            </a:extLst>
          </p:cNvPr>
          <p:cNvSpPr txBox="1">
            <a:spLocks noGrp="1"/>
          </p:cNvSpPr>
          <p:nvPr>
            <p:ph type="body" idx="1"/>
          </p:nvPr>
        </p:nvSpPr>
        <p:spPr>
          <a:xfrm>
            <a:off x="693736" y="1390646"/>
            <a:ext cx="4265611" cy="681035"/>
          </a:xfrm>
        </p:spPr>
        <p:txBody>
          <a:bodyPr anchor="b"/>
          <a:lstStyle>
            <a:lvl1pPr>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6622E011-684B-7427-F1D5-CDF35EC84123}"/>
              </a:ext>
            </a:extLst>
          </p:cNvPr>
          <p:cNvSpPr txBox="1">
            <a:spLocks noGrp="1"/>
          </p:cNvSpPr>
          <p:nvPr>
            <p:ph idx="2"/>
          </p:nvPr>
        </p:nvSpPr>
        <p:spPr>
          <a:xfrm>
            <a:off x="693736" y="2071692"/>
            <a:ext cx="4265611" cy="3046415"/>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A37C219-7646-F80C-0E91-D773877F541B}"/>
              </a:ext>
            </a:extLst>
          </p:cNvPr>
          <p:cNvSpPr txBox="1">
            <a:spLocks noGrp="1"/>
          </p:cNvSpPr>
          <p:nvPr>
            <p:ph type="body" idx="3"/>
          </p:nvPr>
        </p:nvSpPr>
        <p:spPr>
          <a:xfrm>
            <a:off x="5103815" y="1390646"/>
            <a:ext cx="4284658" cy="681035"/>
          </a:xfrm>
        </p:spPr>
        <p:txBody>
          <a:bodyPr anchor="b"/>
          <a:lstStyle>
            <a:lvl1pPr>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B866E523-9128-5C6B-A578-F094D92BE439}"/>
              </a:ext>
            </a:extLst>
          </p:cNvPr>
          <p:cNvSpPr txBox="1">
            <a:spLocks noGrp="1"/>
          </p:cNvSpPr>
          <p:nvPr>
            <p:ph idx="4"/>
          </p:nvPr>
        </p:nvSpPr>
        <p:spPr>
          <a:xfrm>
            <a:off x="5103815" y="2071692"/>
            <a:ext cx="4284658" cy="3046415"/>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9182439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7979D-B5EA-4ABF-DAB9-3CE486FFCEA4}"/>
              </a:ext>
            </a:extLst>
          </p:cNvPr>
          <p:cNvSpPr txBox="1">
            <a:spLocks noGrp="1"/>
          </p:cNvSpPr>
          <p:nvPr>
            <p:ph type="title"/>
          </p:nvPr>
        </p:nvSpPr>
        <p:spPr/>
        <p:txBody>
          <a:bodyPr/>
          <a:lstStyle>
            <a:lvl1pPr>
              <a:defRPr/>
            </a:lvl1pPr>
          </a:lstStyle>
          <a:p>
            <a:pPr lvl="0"/>
            <a:r>
              <a:rPr lang="en-US"/>
              <a:t>Click to edit Master title style</a:t>
            </a:r>
            <a:endParaRPr lang="en-IN"/>
          </a:p>
        </p:txBody>
      </p:sp>
    </p:spTree>
    <p:extLst>
      <p:ext uri="{BB962C8B-B14F-4D97-AF65-F5344CB8AC3E}">
        <p14:creationId xmlns:p14="http://schemas.microsoft.com/office/powerpoint/2010/main" val="3446437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64518129"/>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1022D-E63C-ADED-BF8F-47B1E6FD3FD8}"/>
              </a:ext>
            </a:extLst>
          </p:cNvPr>
          <p:cNvSpPr txBox="1">
            <a:spLocks noGrp="1"/>
          </p:cNvSpPr>
          <p:nvPr>
            <p:ph type="title"/>
          </p:nvPr>
        </p:nvSpPr>
        <p:spPr>
          <a:xfrm>
            <a:off x="693736" y="377820"/>
            <a:ext cx="3251204" cy="1323978"/>
          </a:xfrm>
        </p:spPr>
        <p:txBody>
          <a:bodyPr anchor="b"/>
          <a:lstStyle>
            <a:lvl1pPr>
              <a:defRPr sz="3200"/>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E619D4CE-DF31-48F6-09ED-660365C52351}"/>
              </a:ext>
            </a:extLst>
          </p:cNvPr>
          <p:cNvSpPr txBox="1">
            <a:spLocks noGrp="1"/>
          </p:cNvSpPr>
          <p:nvPr>
            <p:ph idx="1"/>
          </p:nvPr>
        </p:nvSpPr>
        <p:spPr>
          <a:xfrm>
            <a:off x="4286249" y="815973"/>
            <a:ext cx="5102223" cy="4030666"/>
          </a:xfrm>
        </p:spPr>
        <p:txBody>
          <a:bodyPr/>
          <a:lstStyle>
            <a:lvl1pPr>
              <a:defRPr sz="3200"/>
            </a:lvl1pPr>
            <a:lvl2pPr>
              <a:defRPr sz="2800"/>
            </a:lvl2pPr>
            <a:lvl3pPr>
              <a:defRPr sz="2400"/>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91601D2-8616-B8DC-31CF-4CDC9D06CFD0}"/>
              </a:ext>
            </a:extLst>
          </p:cNvPr>
          <p:cNvSpPr txBox="1">
            <a:spLocks noGrp="1"/>
          </p:cNvSpPr>
          <p:nvPr>
            <p:ph type="body" idx="2"/>
          </p:nvPr>
        </p:nvSpPr>
        <p:spPr>
          <a:xfrm>
            <a:off x="693736" y="1701798"/>
            <a:ext cx="3251204" cy="3151186"/>
          </a:xfrm>
        </p:spPr>
        <p:txBody>
          <a:bodyPr/>
          <a:lstStyle>
            <a:lvl1pPr>
              <a:buNone/>
              <a:defRPr sz="1600"/>
            </a:lvl1pPr>
          </a:lstStyle>
          <a:p>
            <a:pPr lvl="0"/>
            <a:r>
              <a:rPr lang="en-US"/>
              <a:t>Click to edit Master text styles</a:t>
            </a:r>
          </a:p>
        </p:txBody>
      </p:sp>
    </p:spTree>
    <p:extLst>
      <p:ext uri="{BB962C8B-B14F-4D97-AF65-F5344CB8AC3E}">
        <p14:creationId xmlns:p14="http://schemas.microsoft.com/office/powerpoint/2010/main" val="39995932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ECF0F-ACEF-9614-532D-A0784F8383BB}"/>
              </a:ext>
            </a:extLst>
          </p:cNvPr>
          <p:cNvSpPr txBox="1">
            <a:spLocks noGrp="1"/>
          </p:cNvSpPr>
          <p:nvPr>
            <p:ph type="title"/>
          </p:nvPr>
        </p:nvSpPr>
        <p:spPr>
          <a:xfrm>
            <a:off x="693736" y="377820"/>
            <a:ext cx="3251204" cy="1323978"/>
          </a:xfrm>
        </p:spPr>
        <p:txBody>
          <a:bodyPr anchor="b"/>
          <a:lstStyle>
            <a:lvl1pPr>
              <a:defRPr sz="3200"/>
            </a:lvl1pPr>
          </a:lstStyle>
          <a:p>
            <a:pPr lvl="0"/>
            <a:r>
              <a:rPr lang="en-US"/>
              <a:t>Click to edit Master title style</a:t>
            </a:r>
            <a:endParaRPr lang="en-IN"/>
          </a:p>
        </p:txBody>
      </p:sp>
      <p:sp>
        <p:nvSpPr>
          <p:cNvPr id="3" name="Picture Placeholder 2">
            <a:extLst>
              <a:ext uri="{FF2B5EF4-FFF2-40B4-BE49-F238E27FC236}">
                <a16:creationId xmlns:a16="http://schemas.microsoft.com/office/drawing/2014/main" id="{0A9778C2-90E2-E62F-D3D1-38E6DCC0DE1D}"/>
              </a:ext>
            </a:extLst>
          </p:cNvPr>
          <p:cNvSpPr txBox="1">
            <a:spLocks noGrp="1"/>
          </p:cNvSpPr>
          <p:nvPr>
            <p:ph type="pic" idx="1"/>
          </p:nvPr>
        </p:nvSpPr>
        <p:spPr>
          <a:xfrm>
            <a:off x="4286249" y="815973"/>
            <a:ext cx="5102223" cy="4030666"/>
          </a:xfrm>
        </p:spPr>
        <p:txBody>
          <a:bodyPr/>
          <a:lstStyle>
            <a:lvl1pPr>
              <a:buNone/>
              <a:defRPr lang="en-IN" sz="3200"/>
            </a:lvl1pPr>
          </a:lstStyle>
          <a:p>
            <a:pPr lvl="0"/>
            <a:endParaRPr lang="en-IN"/>
          </a:p>
        </p:txBody>
      </p:sp>
      <p:sp>
        <p:nvSpPr>
          <p:cNvPr id="4" name="Text Placeholder 3">
            <a:extLst>
              <a:ext uri="{FF2B5EF4-FFF2-40B4-BE49-F238E27FC236}">
                <a16:creationId xmlns:a16="http://schemas.microsoft.com/office/drawing/2014/main" id="{4B85742C-90C0-1A3D-93BD-B6E2DC8ED2C6}"/>
              </a:ext>
            </a:extLst>
          </p:cNvPr>
          <p:cNvSpPr txBox="1">
            <a:spLocks noGrp="1"/>
          </p:cNvSpPr>
          <p:nvPr>
            <p:ph type="body" idx="2"/>
          </p:nvPr>
        </p:nvSpPr>
        <p:spPr>
          <a:xfrm>
            <a:off x="693736" y="1701798"/>
            <a:ext cx="3251204" cy="3151186"/>
          </a:xfrm>
        </p:spPr>
        <p:txBody>
          <a:bodyPr/>
          <a:lstStyle>
            <a:lvl1pPr>
              <a:buNone/>
              <a:defRPr sz="1600"/>
            </a:lvl1pPr>
          </a:lstStyle>
          <a:p>
            <a:pPr lvl="0"/>
            <a:r>
              <a:rPr lang="en-US"/>
              <a:t>Click to edit Master text styles</a:t>
            </a:r>
          </a:p>
        </p:txBody>
      </p:sp>
    </p:spTree>
    <p:extLst>
      <p:ext uri="{BB962C8B-B14F-4D97-AF65-F5344CB8AC3E}">
        <p14:creationId xmlns:p14="http://schemas.microsoft.com/office/powerpoint/2010/main" val="4776498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B44A5-B15B-07D7-570C-38386DAC66E1}"/>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Vertical Text Placeholder 2">
            <a:extLst>
              <a:ext uri="{FF2B5EF4-FFF2-40B4-BE49-F238E27FC236}">
                <a16:creationId xmlns:a16="http://schemas.microsoft.com/office/drawing/2014/main" id="{82032055-F634-6506-5F2B-147E9D7FC33F}"/>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6362405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CFB7CD-6551-E97F-0F07-664C45C0186B}"/>
              </a:ext>
            </a:extLst>
          </p:cNvPr>
          <p:cNvSpPr txBox="1">
            <a:spLocks noGrp="1"/>
          </p:cNvSpPr>
          <p:nvPr>
            <p:ph type="title" orient="vert"/>
          </p:nvPr>
        </p:nvSpPr>
        <p:spPr>
          <a:xfrm>
            <a:off x="7327901" y="2339977"/>
            <a:ext cx="2273298" cy="3216273"/>
          </a:xfrm>
        </p:spPr>
        <p:txBody>
          <a:bodyPr vert="eaVert"/>
          <a:lstStyle>
            <a:lvl1pPr>
              <a:defRPr/>
            </a:lvl1pPr>
          </a:lstStyle>
          <a:p>
            <a:pPr lvl="0"/>
            <a:r>
              <a:rPr lang="en-US"/>
              <a:t>Click to edit Master title style</a:t>
            </a:r>
            <a:endParaRPr lang="en-IN"/>
          </a:p>
        </p:txBody>
      </p:sp>
      <p:sp>
        <p:nvSpPr>
          <p:cNvPr id="3" name="Vertical Text Placeholder 2">
            <a:extLst>
              <a:ext uri="{FF2B5EF4-FFF2-40B4-BE49-F238E27FC236}">
                <a16:creationId xmlns:a16="http://schemas.microsoft.com/office/drawing/2014/main" id="{99AC74AF-EF8C-6967-3381-733C15F9BFE8}"/>
              </a:ext>
            </a:extLst>
          </p:cNvPr>
          <p:cNvSpPr txBox="1">
            <a:spLocks noGrp="1"/>
          </p:cNvSpPr>
          <p:nvPr>
            <p:ph type="body" orient="vert" idx="1"/>
          </p:nvPr>
        </p:nvSpPr>
        <p:spPr>
          <a:xfrm>
            <a:off x="503240" y="2339977"/>
            <a:ext cx="6672257" cy="3216273"/>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450118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sv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A9C5BE-15A1-8A06-FB39-381A4CAB9D57}"/>
              </a:ext>
            </a:extLst>
          </p:cNvPr>
          <p:cNvSpPr txBox="1">
            <a:spLocks noGrp="1"/>
          </p:cNvSpPr>
          <p:nvPr>
            <p:ph type="title"/>
          </p:nvPr>
        </p:nvSpPr>
        <p:spPr>
          <a:xfrm>
            <a:off x="503998" y="802084"/>
            <a:ext cx="9071643" cy="478075"/>
          </a:xfrm>
          <a:prstGeom prst="rect">
            <a:avLst/>
          </a:prstGeom>
          <a:noFill/>
          <a:ln>
            <a:noFill/>
          </a:ln>
        </p:spPr>
        <p:txBody>
          <a:bodyPr vert="horz" wrap="square" lIns="0" tIns="0" rIns="0" bIns="0" anchor="ctr" anchorCtr="0" compatLnSpc="1">
            <a:noAutofit/>
          </a:bodyPr>
          <a:lstStyle/>
          <a:p>
            <a:pPr lvl="0"/>
            <a:r>
              <a:rPr lang="en-US"/>
              <a:t>Click to edit the title text format</a:t>
            </a:r>
          </a:p>
        </p:txBody>
      </p:sp>
      <p:sp>
        <p:nvSpPr>
          <p:cNvPr id="3" name="Text Placeholder 2">
            <a:extLst>
              <a:ext uri="{FF2B5EF4-FFF2-40B4-BE49-F238E27FC236}">
                <a16:creationId xmlns:a16="http://schemas.microsoft.com/office/drawing/2014/main" id="{FBA3EA96-B93F-6BC0-9C73-78C4192D6713}"/>
              </a:ext>
            </a:extLst>
          </p:cNvPr>
          <p:cNvSpPr txBox="1">
            <a:spLocks noGrp="1"/>
          </p:cNvSpPr>
          <p:nvPr>
            <p:ph type="body" idx="1"/>
          </p:nvPr>
        </p:nvSpPr>
        <p:spPr>
          <a:xfrm>
            <a:off x="503998" y="1463040"/>
            <a:ext cx="9071643" cy="4114800"/>
          </a:xfrm>
          <a:prstGeom prst="rect">
            <a:avLst/>
          </a:prstGeom>
          <a:noFill/>
          <a:ln>
            <a:noFill/>
          </a:ln>
        </p:spPr>
        <p:txBody>
          <a:bodyPr vert="horz" wrap="square" lIns="0" tIns="0" rIns="0" bIns="0" anchor="t" anchorCtr="0" compatLnSpc="1">
            <a:normAutofit/>
          </a:bodyPr>
          <a:lstStyle/>
          <a:p>
            <a:pPr lvl="0"/>
            <a:r>
              <a:rPr lang="en-US"/>
              <a:t>Click to edit the outline text format</a:t>
            </a:r>
          </a:p>
          <a:p>
            <a:pPr lvl="1"/>
            <a:r>
              <a:rPr lang="en-US"/>
              <a:t>Second Outline Level</a:t>
            </a:r>
          </a:p>
          <a:p>
            <a:pPr lvl="2"/>
            <a:r>
              <a:rPr lang="en-US"/>
              <a:t>Third Outline Level</a:t>
            </a:r>
          </a:p>
          <a:p>
            <a:pPr lvl="3"/>
            <a:r>
              <a:rPr lang="en-US"/>
              <a:t>Fourth Outline Level</a:t>
            </a:r>
          </a:p>
          <a:p>
            <a:pPr lvl="4"/>
            <a:r>
              <a:rPr lang="en-US"/>
              <a:t>Fifth Outline Level</a:t>
            </a:r>
          </a:p>
          <a:p>
            <a:pPr lvl="5"/>
            <a:r>
              <a:rPr lang="en-US"/>
              <a:t>Sixth Outline Level</a:t>
            </a:r>
          </a:p>
          <a:p>
            <a:pPr lvl="6"/>
            <a:r>
              <a:rPr lang="en-US"/>
              <a:t>Seventh Outline Level</a:t>
            </a:r>
          </a:p>
        </p:txBody>
      </p:sp>
      <p:sp>
        <p:nvSpPr>
          <p:cNvPr id="4" name="Date Placeholder 3">
            <a:extLst>
              <a:ext uri="{FF2B5EF4-FFF2-40B4-BE49-F238E27FC236}">
                <a16:creationId xmlns:a16="http://schemas.microsoft.com/office/drawing/2014/main" id="{D2168095-6E50-1BA7-8BD4-5BE018B4CFBB}"/>
              </a:ext>
            </a:extLst>
          </p:cNvPr>
          <p:cNvSpPr txBox="1">
            <a:spLocks noGrp="1"/>
          </p:cNvSpPr>
          <p:nvPr>
            <p:ph type="dt" sz="half" idx="2"/>
          </p:nvPr>
        </p:nvSpPr>
        <p:spPr>
          <a:xfrm>
            <a:off x="8797680" y="0"/>
            <a:ext cx="1188720" cy="390604"/>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n-US" sz="1200" b="0" i="0" u="none" strike="noStrike" kern="1200" cap="none" spc="0" baseline="0">
                <a:solidFill>
                  <a:srgbClr val="000000"/>
                </a:solidFill>
                <a:uFillTx/>
                <a:latin typeface="Roboto" pitchFamily="2"/>
                <a:ea typeface="DejaVu Sans" pitchFamily="2"/>
                <a:cs typeface="DejaVu Sans" pitchFamily="2"/>
              </a:defRPr>
            </a:lvl1pPr>
          </a:lstStyle>
          <a:p>
            <a:pPr lvl="0"/>
            <a:endParaRPr lang="en-US"/>
          </a:p>
        </p:txBody>
      </p:sp>
      <p:sp>
        <p:nvSpPr>
          <p:cNvPr id="5" name="Slide Number Placeholder 4">
            <a:extLst>
              <a:ext uri="{FF2B5EF4-FFF2-40B4-BE49-F238E27FC236}">
                <a16:creationId xmlns:a16="http://schemas.microsoft.com/office/drawing/2014/main" id="{BC9F1455-F14E-6A5E-6F2C-20FB7DE2E522}"/>
              </a:ext>
            </a:extLst>
          </p:cNvPr>
          <p:cNvSpPr txBox="1">
            <a:spLocks noGrp="1"/>
          </p:cNvSpPr>
          <p:nvPr>
            <p:ph type="sldNum" sz="quarter" idx="4"/>
          </p:nvPr>
        </p:nvSpPr>
        <p:spPr>
          <a:xfrm>
            <a:off x="7334640" y="0"/>
            <a:ext cx="1280160" cy="390604"/>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n-US" sz="1200" b="0" i="0" u="none" strike="noStrike" kern="1200" cap="none" spc="0" baseline="0">
                <a:solidFill>
                  <a:srgbClr val="000000"/>
                </a:solidFill>
                <a:uFillTx/>
                <a:latin typeface="Roboto" pitchFamily="2"/>
                <a:ea typeface="DejaVu Sans" pitchFamily="2"/>
                <a:cs typeface="DejaVu Sans" pitchFamily="2"/>
              </a:defRPr>
            </a:lvl1pPr>
          </a:lstStyle>
          <a:p>
            <a:pPr lvl="0"/>
            <a:fld id="{BAAFB518-8F45-40CF-958A-A644436AFACC}" type="slidenum">
              <a:t>‹#›</a:t>
            </a:fld>
            <a:endParaRPr lang="en-US"/>
          </a:p>
        </p:txBody>
      </p:sp>
      <p:sp>
        <p:nvSpPr>
          <p:cNvPr id="6" name="Straight Connector 5">
            <a:extLst>
              <a:ext uri="{FF2B5EF4-FFF2-40B4-BE49-F238E27FC236}">
                <a16:creationId xmlns:a16="http://schemas.microsoft.com/office/drawing/2014/main" id="{64307DBA-4F74-FA31-04EE-2FF85A055EE1}"/>
              </a:ext>
            </a:extLst>
          </p:cNvPr>
          <p:cNvSpPr/>
          <p:nvPr/>
        </p:nvSpPr>
        <p:spPr>
          <a:xfrm>
            <a:off x="0" y="731520"/>
            <a:ext cx="10079998" cy="0"/>
          </a:xfrm>
          <a:custGeom>
            <a:avLst/>
            <a:gdLst>
              <a:gd name="f0" fmla="val 10800000"/>
              <a:gd name="f1" fmla="val 5400000"/>
              <a:gd name="f2" fmla="val 180"/>
              <a:gd name="f3" fmla="val w"/>
              <a:gd name="f4" fmla="val h"/>
              <a:gd name="f5" fmla="val ss"/>
              <a:gd name="f6" fmla="val 0"/>
              <a:gd name="f7" fmla="+- 0 0 -180"/>
              <a:gd name="f8" fmla="+- 0 0 -360"/>
              <a:gd name="f9" fmla="abs f3"/>
              <a:gd name="f10" fmla="abs f4"/>
              <a:gd name="f11" fmla="abs f5"/>
              <a:gd name="f12" fmla="val f6"/>
              <a:gd name="f13" fmla="*/ f7 f0 1"/>
              <a:gd name="f14" fmla="*/ f8 f0 1"/>
              <a:gd name="f15" fmla="?: f9 f3 1"/>
              <a:gd name="f16" fmla="?: f10 f4 1"/>
              <a:gd name="f17" fmla="?: f11 f5 1"/>
              <a:gd name="f18" fmla="*/ f13 1 f2"/>
              <a:gd name="f19" fmla="*/ f14 1 f2"/>
              <a:gd name="f20" fmla="*/ f15 1 21600"/>
              <a:gd name="f21" fmla="*/ f16 1 21600"/>
              <a:gd name="f22" fmla="*/ 21600 f15 1"/>
              <a:gd name="f23" fmla="*/ 21600 f16 1"/>
              <a:gd name="f24" fmla="+- f18 0 f1"/>
              <a:gd name="f25" fmla="+- f19 0 f1"/>
              <a:gd name="f26" fmla="min f21 f20"/>
              <a:gd name="f27" fmla="*/ f22 1 f17"/>
              <a:gd name="f28" fmla="*/ f23 1 f17"/>
              <a:gd name="f29" fmla="val f27"/>
              <a:gd name="f30" fmla="val f28"/>
              <a:gd name="f31" fmla="*/ f6 f26 1"/>
              <a:gd name="f32" fmla="*/ f27 f26 1"/>
              <a:gd name="f33" fmla="*/ f28 f26 1"/>
              <a:gd name="f34" fmla="*/ f12 f26 1"/>
              <a:gd name="f35" fmla="*/ f29 f26 1"/>
              <a:gd name="f36" fmla="*/ f30 f26 1"/>
            </a:gdLst>
            <a:ahLst/>
            <a:cxnLst>
              <a:cxn ang="3cd4">
                <a:pos x="hc" y="t"/>
              </a:cxn>
              <a:cxn ang="0">
                <a:pos x="r" y="vc"/>
              </a:cxn>
              <a:cxn ang="cd4">
                <a:pos x="hc" y="b"/>
              </a:cxn>
              <a:cxn ang="cd2">
                <a:pos x="l" y="vc"/>
              </a:cxn>
              <a:cxn ang="f24">
                <a:pos x="f34" y="f34"/>
              </a:cxn>
              <a:cxn ang="f25">
                <a:pos x="f35" y="f36"/>
              </a:cxn>
            </a:cxnLst>
            <a:rect l="f31" t="f31" r="f32" b="f33"/>
            <a:pathLst>
              <a:path>
                <a:moveTo>
                  <a:pt x="f34" y="f34"/>
                </a:moveTo>
                <a:lnTo>
                  <a:pt x="f35" y="f36"/>
                </a:lnTo>
              </a:path>
            </a:pathLst>
          </a:custGeom>
          <a:noFill/>
          <a:ln w="36722" cap="flat">
            <a:solidFill>
              <a:srgbClr val="0073C0"/>
            </a:solidFill>
            <a:prstDash val="solid"/>
            <a:miter/>
          </a:ln>
        </p:spPr>
        <p:txBody>
          <a:bodyPr vert="horz" wrap="square" lIns="18361" tIns="18361" rIns="18361" bIns="18361" anchor="ctr"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a:solidFill>
                <a:srgbClr val="000000"/>
              </a:solidFill>
              <a:uFillTx/>
              <a:latin typeface="Liberation Serif" pitchFamily="18"/>
              <a:ea typeface="DejaVu Sans" pitchFamily="2"/>
              <a:cs typeface="DejaVu Sans" pitchFamily="2"/>
            </a:endParaRPr>
          </a:p>
        </p:txBody>
      </p:sp>
      <p:pic>
        <p:nvPicPr>
          <p:cNvPr id="7" name="Graphic 6">
            <a:extLst>
              <a:ext uri="{FF2B5EF4-FFF2-40B4-BE49-F238E27FC236}">
                <a16:creationId xmlns:a16="http://schemas.microsoft.com/office/drawing/2014/main" id="{4FA6A9D4-19A3-F0C0-A096-07301A440B9D}"/>
              </a:ext>
            </a:extLst>
          </p:cNvPr>
          <p:cNvPicPr>
            <a:picLocks noChangeAspect="1"/>
          </p:cNvPicPr>
          <p:nvPr/>
        </p:nvPicPr>
        <p:blipFill>
          <a:blip>
            <a:lum/>
            <a:alphaModFix/>
            <a:extLst>
              <a:ext uri="{96DAC541-7B7A-43D3-8B79-37D633B846F1}">
                <asvg:svgBlip xmlns:asvg="http://schemas.microsoft.com/office/drawing/2016/SVG/main" r:embed="rId13"/>
              </a:ext>
            </a:extLst>
          </a:blip>
          <a:srcRect/>
          <a:stretch>
            <a:fillRect/>
          </a:stretch>
        </p:blipFill>
        <p:spPr>
          <a:xfrm>
            <a:off x="503998" y="91440"/>
            <a:ext cx="3513956" cy="588242"/>
          </a:xfrm>
          <a:prstGeom prst="rect">
            <a:avLst/>
          </a:prstGeom>
          <a:noFill/>
          <a:ln cap="flat">
            <a:noFill/>
          </a:ln>
        </p:spPr>
      </p:pic>
      <p:sp>
        <p:nvSpPr>
          <p:cNvPr id="8" name="Straight Connector 7">
            <a:extLst>
              <a:ext uri="{FF2B5EF4-FFF2-40B4-BE49-F238E27FC236}">
                <a16:creationId xmlns:a16="http://schemas.microsoft.com/office/drawing/2014/main" id="{62FB32D1-2C4D-3477-3C58-EBF11C522819}"/>
              </a:ext>
            </a:extLst>
          </p:cNvPr>
          <p:cNvSpPr/>
          <p:nvPr/>
        </p:nvSpPr>
        <p:spPr>
          <a:xfrm>
            <a:off x="8706240" y="0"/>
            <a:ext cx="0" cy="182880"/>
          </a:xfrm>
          <a:custGeom>
            <a:avLst/>
            <a:gdLst>
              <a:gd name="f0" fmla="val 10800000"/>
              <a:gd name="f1" fmla="val 5400000"/>
              <a:gd name="f2" fmla="val 180"/>
              <a:gd name="f3" fmla="val w"/>
              <a:gd name="f4" fmla="val h"/>
              <a:gd name="f5" fmla="val ss"/>
              <a:gd name="f6" fmla="val 0"/>
              <a:gd name="f7" fmla="+- 0 0 -180"/>
              <a:gd name="f8" fmla="+- 0 0 -360"/>
              <a:gd name="f9" fmla="abs f3"/>
              <a:gd name="f10" fmla="abs f4"/>
              <a:gd name="f11" fmla="abs f5"/>
              <a:gd name="f12" fmla="val f6"/>
              <a:gd name="f13" fmla="*/ f7 f0 1"/>
              <a:gd name="f14" fmla="*/ f8 f0 1"/>
              <a:gd name="f15" fmla="?: f9 f3 1"/>
              <a:gd name="f16" fmla="?: f10 f4 1"/>
              <a:gd name="f17" fmla="?: f11 f5 1"/>
              <a:gd name="f18" fmla="*/ f13 1 f2"/>
              <a:gd name="f19" fmla="*/ f14 1 f2"/>
              <a:gd name="f20" fmla="*/ f15 1 21600"/>
              <a:gd name="f21" fmla="*/ f16 1 21600"/>
              <a:gd name="f22" fmla="*/ 21600 f15 1"/>
              <a:gd name="f23" fmla="*/ 21600 f16 1"/>
              <a:gd name="f24" fmla="+- f18 0 f1"/>
              <a:gd name="f25" fmla="+- f19 0 f1"/>
              <a:gd name="f26" fmla="min f21 f20"/>
              <a:gd name="f27" fmla="*/ f22 1 f17"/>
              <a:gd name="f28" fmla="*/ f23 1 f17"/>
              <a:gd name="f29" fmla="val f27"/>
              <a:gd name="f30" fmla="val f28"/>
              <a:gd name="f31" fmla="*/ f6 f26 1"/>
              <a:gd name="f32" fmla="*/ f27 f26 1"/>
              <a:gd name="f33" fmla="*/ f28 f26 1"/>
              <a:gd name="f34" fmla="*/ f12 f26 1"/>
              <a:gd name="f35" fmla="*/ f29 f26 1"/>
              <a:gd name="f36" fmla="*/ f30 f26 1"/>
            </a:gdLst>
            <a:ahLst/>
            <a:cxnLst>
              <a:cxn ang="3cd4">
                <a:pos x="hc" y="t"/>
              </a:cxn>
              <a:cxn ang="0">
                <a:pos x="r" y="vc"/>
              </a:cxn>
              <a:cxn ang="cd4">
                <a:pos x="hc" y="b"/>
              </a:cxn>
              <a:cxn ang="cd2">
                <a:pos x="l" y="vc"/>
              </a:cxn>
              <a:cxn ang="f24">
                <a:pos x="f34" y="f34"/>
              </a:cxn>
              <a:cxn ang="f25">
                <a:pos x="f35" y="f36"/>
              </a:cxn>
            </a:cxnLst>
            <a:rect l="f31" t="f31" r="f32" b="f33"/>
            <a:pathLst>
              <a:path>
                <a:moveTo>
                  <a:pt x="f34" y="f34"/>
                </a:moveTo>
                <a:lnTo>
                  <a:pt x="f35" y="f36"/>
                </a:lnTo>
              </a:path>
            </a:pathLst>
          </a:custGeom>
          <a:noFill/>
          <a:ln w="18361" cap="flat">
            <a:solidFill>
              <a:srgbClr val="0073C0"/>
            </a:solidFill>
            <a:prstDash val="solid"/>
            <a:miter/>
          </a:ln>
        </p:spPr>
        <p:txBody>
          <a:bodyPr vert="horz" wrap="square" lIns="9363" tIns="9363" rIns="9363" bIns="9363" anchor="ctr"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a:solidFill>
                <a:srgbClr val="000000"/>
              </a:solidFill>
              <a:uFillTx/>
              <a:latin typeface="Liberation Serif" pitchFamily="18"/>
              <a:ea typeface="DejaVu Sans" pitchFamily="2"/>
              <a:cs typeface="DejaVu Sans" pitchFamily="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l" defTabSz="914400" rtl="0" fontAlgn="auto" hangingPunct="0">
        <a:lnSpc>
          <a:spcPct val="100000"/>
        </a:lnSpc>
        <a:spcBef>
          <a:spcPts val="0"/>
        </a:spcBef>
        <a:spcAft>
          <a:spcPts val="0"/>
        </a:spcAft>
        <a:buNone/>
        <a:tabLst/>
        <a:defRPr lang="en-US" sz="2800" b="0" i="0" u="none" strike="noStrike" kern="1200" cap="none" spc="0" baseline="0">
          <a:solidFill>
            <a:srgbClr val="000000"/>
          </a:solidFill>
          <a:highlight>
            <a:scrgbClr r="0" g="0" b="0">
              <a:alpha val="0"/>
            </a:scrgbClr>
          </a:highlight>
          <a:uFillTx/>
          <a:latin typeface="Roboto:frac=1&amp;smcp" pitchFamily="2"/>
          <a:ea typeface="DejaVu Sans" pitchFamily="2"/>
          <a:cs typeface="FreeSans" pitchFamily="2"/>
        </a:defRPr>
      </a:lvl1pPr>
    </p:titleStyle>
    <p:bodyStyle>
      <a:lvl1pPr marL="0" marR="0" lvl="0" indent="0" defTabSz="914400" rtl="0" fontAlgn="auto" hangingPunct="0">
        <a:lnSpc>
          <a:spcPct val="100000"/>
        </a:lnSpc>
        <a:spcBef>
          <a:spcPts val="1415"/>
        </a:spcBef>
        <a:spcAft>
          <a:spcPts val="0"/>
        </a:spcAft>
        <a:buClr>
          <a:srgbClr val="0073C0"/>
        </a:buClr>
        <a:buSzPct val="75000"/>
        <a:buFont typeface="OpenSymbol"/>
        <a:buChar char="❖"/>
        <a:tabLst/>
        <a:defRPr lang="en-US" sz="2000" b="0" i="0" u="none" strike="noStrike" kern="1200" cap="none" spc="0" baseline="0">
          <a:solidFill>
            <a:srgbClr val="000000"/>
          </a:solidFill>
          <a:highlight>
            <a:scrgbClr r="0" g="0" b="0">
              <a:alpha val="0"/>
            </a:scrgbClr>
          </a:highlight>
          <a:uFillTx/>
          <a:latin typeface="Roboto" pitchFamily="2"/>
          <a:ea typeface="DejaVu Sans" pitchFamily="2"/>
          <a:cs typeface="FreeSans" pitchFamily="2"/>
        </a:defRPr>
      </a:lvl1pPr>
      <a:lvl2pPr marL="0" marR="0" lvl="1" indent="0" defTabSz="914400" rtl="0" fontAlgn="auto" hangingPunct="0">
        <a:lnSpc>
          <a:spcPct val="100000"/>
        </a:lnSpc>
        <a:spcBef>
          <a:spcPts val="1415"/>
        </a:spcBef>
        <a:spcAft>
          <a:spcPts val="0"/>
        </a:spcAft>
        <a:buClr>
          <a:srgbClr val="0073C0"/>
        </a:buClr>
        <a:buSzPct val="75000"/>
        <a:buFont typeface="OpenSymbol"/>
        <a:buChar char="➢"/>
        <a:tabLst/>
        <a:defRPr lang="en-US" sz="2000" b="0" i="0" u="none" strike="noStrike" kern="1200" cap="none" spc="0" baseline="0">
          <a:solidFill>
            <a:srgbClr val="000000"/>
          </a:solidFill>
          <a:highlight>
            <a:scrgbClr r="0" g="0" b="0">
              <a:alpha val="0"/>
            </a:scrgbClr>
          </a:highlight>
          <a:uFillTx/>
          <a:latin typeface="Roboto" pitchFamily="2"/>
          <a:ea typeface="DejaVu Sans" pitchFamily="2"/>
          <a:cs typeface="FreeSans" pitchFamily="2"/>
        </a:defRPr>
      </a:lvl2pPr>
      <a:lvl3pPr marL="0" marR="0" lvl="2" indent="0" defTabSz="914400" rtl="0" fontAlgn="auto" hangingPunct="0">
        <a:lnSpc>
          <a:spcPct val="100000"/>
        </a:lnSpc>
        <a:spcBef>
          <a:spcPts val="1415"/>
        </a:spcBef>
        <a:spcAft>
          <a:spcPts val="0"/>
        </a:spcAft>
        <a:buClr>
          <a:srgbClr val="0073C0"/>
        </a:buClr>
        <a:buSzPct val="75000"/>
        <a:buFont typeface="OpenSymbol"/>
        <a:buChar char="➢"/>
        <a:tabLst/>
        <a:defRPr lang="en-US" sz="2000" b="0" i="0" u="none" strike="noStrike" kern="1200" cap="none" spc="0" baseline="0">
          <a:solidFill>
            <a:srgbClr val="000000"/>
          </a:solidFill>
          <a:highlight>
            <a:scrgbClr r="0" g="0" b="0">
              <a:alpha val="0"/>
            </a:scrgbClr>
          </a:highlight>
          <a:uFillTx/>
          <a:latin typeface="Roboto" pitchFamily="2"/>
          <a:ea typeface="DejaVu Sans" pitchFamily="2"/>
          <a:cs typeface="FreeSans" pitchFamily="2"/>
        </a:defRPr>
      </a:lvl3pPr>
      <a:lvl4pPr marL="0" marR="0" lvl="3" indent="0" defTabSz="914400" rtl="0" fontAlgn="auto" hangingPunct="0">
        <a:lnSpc>
          <a:spcPct val="100000"/>
        </a:lnSpc>
        <a:spcBef>
          <a:spcPts val="1415"/>
        </a:spcBef>
        <a:spcAft>
          <a:spcPts val="0"/>
        </a:spcAft>
        <a:buClr>
          <a:srgbClr val="0073C0"/>
        </a:buClr>
        <a:buSzPct val="75000"/>
        <a:buFont typeface="OpenSymbol"/>
        <a:buChar char="➢"/>
        <a:tabLst/>
        <a:defRPr lang="en-US" sz="2000" b="0" i="0" u="none" strike="noStrike" kern="1200" cap="none" spc="0" baseline="0">
          <a:solidFill>
            <a:srgbClr val="000000"/>
          </a:solidFill>
          <a:highlight>
            <a:scrgbClr r="0" g="0" b="0">
              <a:alpha val="0"/>
            </a:scrgbClr>
          </a:highlight>
          <a:uFillTx/>
          <a:latin typeface="Roboto" pitchFamily="2"/>
          <a:ea typeface="DejaVu Sans" pitchFamily="2"/>
          <a:cs typeface="FreeSans" pitchFamily="2"/>
        </a:defRPr>
      </a:lvl4pPr>
      <a:lvl5pPr marL="0" marR="0" lvl="4" indent="0" defTabSz="914400" rtl="0" fontAlgn="auto" hangingPunct="0">
        <a:lnSpc>
          <a:spcPct val="100000"/>
        </a:lnSpc>
        <a:spcBef>
          <a:spcPts val="1415"/>
        </a:spcBef>
        <a:spcAft>
          <a:spcPts val="0"/>
        </a:spcAft>
        <a:buClr>
          <a:srgbClr val="0073C0"/>
        </a:buClr>
        <a:buSzPct val="75000"/>
        <a:buFont typeface="OpenSymbol"/>
        <a:buChar char="➢"/>
        <a:tabLst/>
        <a:defRPr lang="en-US" sz="2000" b="0" i="0" u="none" strike="noStrike" kern="1200" cap="none" spc="0" baseline="0">
          <a:solidFill>
            <a:srgbClr val="000000"/>
          </a:solidFill>
          <a:highlight>
            <a:scrgbClr r="0" g="0" b="0">
              <a:alpha val="0"/>
            </a:scrgbClr>
          </a:highlight>
          <a:uFillTx/>
          <a:latin typeface="Roboto" pitchFamily="2"/>
          <a:ea typeface="DejaVu Sans" pitchFamily="2"/>
          <a:cs typeface="FreeSans" pitchFamily="2"/>
        </a:defRPr>
      </a:lvl5pPr>
      <a:lvl6pPr marL="0" marR="0" lvl="5" indent="0" defTabSz="914400" rtl="0" fontAlgn="auto" hangingPunct="0">
        <a:lnSpc>
          <a:spcPct val="100000"/>
        </a:lnSpc>
        <a:spcBef>
          <a:spcPts val="1415"/>
        </a:spcBef>
        <a:spcAft>
          <a:spcPts val="0"/>
        </a:spcAft>
        <a:buClr>
          <a:srgbClr val="0073C0"/>
        </a:buClr>
        <a:buSzPct val="75000"/>
        <a:buFont typeface="OpenSymbol"/>
        <a:buChar char="➢"/>
        <a:tabLst/>
        <a:defRPr lang="en-US" sz="2000" b="0" i="0" u="none" strike="noStrike" kern="1200" cap="none" spc="0" baseline="0">
          <a:solidFill>
            <a:srgbClr val="000000"/>
          </a:solidFill>
          <a:highlight>
            <a:scrgbClr r="0" g="0" b="0">
              <a:alpha val="0"/>
            </a:scrgbClr>
          </a:highlight>
          <a:uFillTx/>
          <a:latin typeface="Roboto" pitchFamily="2"/>
          <a:ea typeface="DejaVu Sans" pitchFamily="2"/>
          <a:cs typeface="FreeSans" pitchFamily="2"/>
        </a:defRPr>
      </a:lvl6pPr>
      <a:lvl7pPr marL="0" marR="0" lvl="6" indent="0" defTabSz="914400" rtl="0" fontAlgn="auto" hangingPunct="0">
        <a:lnSpc>
          <a:spcPct val="100000"/>
        </a:lnSpc>
        <a:spcBef>
          <a:spcPts val="1415"/>
        </a:spcBef>
        <a:spcAft>
          <a:spcPts val="0"/>
        </a:spcAft>
        <a:buClr>
          <a:srgbClr val="0073C0"/>
        </a:buClr>
        <a:buSzPct val="75000"/>
        <a:buFont typeface="OpenSymbol"/>
        <a:buChar char="➢"/>
        <a:tabLst/>
        <a:defRPr lang="en-US" sz="2000" b="0" i="0" u="none" strike="noStrike" kern="1200" cap="none" spc="0" baseline="0">
          <a:solidFill>
            <a:srgbClr val="000000"/>
          </a:solidFill>
          <a:highlight>
            <a:scrgbClr r="0" g="0" b="0">
              <a:alpha val="0"/>
            </a:scrgbClr>
          </a:highlight>
          <a:uFillTx/>
          <a:latin typeface="Roboto" pitchFamily="2"/>
          <a:ea typeface="DejaVu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F5EB0B3B-C01D-A82C-1F7D-9D81A90A1F53}"/>
              </a:ext>
            </a:extLst>
          </p:cNvPr>
          <p:cNvSpPr/>
          <p:nvPr/>
        </p:nvSpPr>
        <p:spPr>
          <a:xfrm>
            <a:off x="0" y="3931920"/>
            <a:ext cx="10079998" cy="1738082"/>
          </a:xfrm>
          <a:custGeom>
            <a:avLst/>
            <a:gdLst>
              <a:gd name="f0" fmla="val w"/>
              <a:gd name="f1" fmla="val h"/>
              <a:gd name="f2" fmla="val 0"/>
              <a:gd name="f3" fmla="val 21600"/>
              <a:gd name="f4" fmla="*/ f0 1 21600"/>
              <a:gd name="f5" fmla="*/ f1 1 21600"/>
              <a:gd name="f6" fmla="val f2"/>
              <a:gd name="f7" fmla="val f3"/>
              <a:gd name="f8" fmla="+- f7 0 f6"/>
              <a:gd name="f9" fmla="*/ f8 1 21600"/>
              <a:gd name="f10" fmla="*/ f6 1 f9"/>
              <a:gd name="f11" fmla="*/ f7 1 f9"/>
              <a:gd name="f12" fmla="*/ f10 f4 1"/>
              <a:gd name="f13" fmla="*/ f11 f4 1"/>
              <a:gd name="f14" fmla="*/ f11 f5 1"/>
              <a:gd name="f15" fmla="*/ f10 f5 1"/>
            </a:gdLst>
            <a:ahLst/>
            <a:cxnLst>
              <a:cxn ang="3cd4">
                <a:pos x="hc" y="t"/>
              </a:cxn>
              <a:cxn ang="0">
                <a:pos x="r" y="vc"/>
              </a:cxn>
              <a:cxn ang="cd4">
                <a:pos x="hc" y="b"/>
              </a:cxn>
              <a:cxn ang="cd2">
                <a:pos x="l" y="vc"/>
              </a:cxn>
            </a:cxnLst>
            <a:rect l="f12" t="f15" r="f13" b="f14"/>
            <a:pathLst>
              <a:path w="21600" h="21600">
                <a:moveTo>
                  <a:pt x="f2" y="f2"/>
                </a:moveTo>
                <a:lnTo>
                  <a:pt x="f3" y="f2"/>
                </a:lnTo>
                <a:lnTo>
                  <a:pt x="f3" y="f3"/>
                </a:lnTo>
                <a:lnTo>
                  <a:pt x="f2" y="f3"/>
                </a:lnTo>
                <a:lnTo>
                  <a:pt x="f2" y="f2"/>
                </a:lnTo>
                <a:close/>
              </a:path>
            </a:pathLst>
          </a:custGeom>
          <a:solidFill>
            <a:srgbClr val="0073C0"/>
          </a:solidFill>
          <a:ln cap="flat">
            <a:noFill/>
            <a:prstDash val="solid"/>
          </a:ln>
        </p:spPr>
        <p:txBody>
          <a:bodyPr vert="horz" wrap="square" lIns="0" tIns="0" rIns="0" bIns="0" anchor="ctr"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a:solidFill>
                <a:srgbClr val="FFFFFF"/>
              </a:solidFill>
              <a:uFillTx/>
              <a:latin typeface="Liberation Serif" pitchFamily="18"/>
              <a:ea typeface="DejaVu Sans" pitchFamily="2"/>
              <a:cs typeface="DejaVu Sans" pitchFamily="2"/>
            </a:endParaRPr>
          </a:p>
        </p:txBody>
      </p:sp>
      <p:sp>
        <p:nvSpPr>
          <p:cNvPr id="3" name="Title Placeholder 2">
            <a:extLst>
              <a:ext uri="{FF2B5EF4-FFF2-40B4-BE49-F238E27FC236}">
                <a16:creationId xmlns:a16="http://schemas.microsoft.com/office/drawing/2014/main" id="{EF252B72-CDAB-D5D4-2366-A1D74C024CE5}"/>
              </a:ext>
            </a:extLst>
          </p:cNvPr>
          <p:cNvSpPr txBox="1">
            <a:spLocks noGrp="1"/>
          </p:cNvSpPr>
          <p:nvPr>
            <p:ph type="title"/>
          </p:nvPr>
        </p:nvSpPr>
        <p:spPr>
          <a:xfrm>
            <a:off x="529556" y="2339638"/>
            <a:ext cx="9071643" cy="946440"/>
          </a:xfrm>
          <a:prstGeom prst="rect">
            <a:avLst/>
          </a:prstGeom>
          <a:noFill/>
          <a:ln>
            <a:noFill/>
          </a:ln>
        </p:spPr>
        <p:txBody>
          <a:bodyPr vert="horz" wrap="square" lIns="0" tIns="0" rIns="0" bIns="0" anchor="ctr" anchorCtr="0" compatLnSpc="1">
            <a:noAutofit/>
          </a:bodyPr>
          <a:lstStyle/>
          <a:p>
            <a:pPr lvl="0"/>
            <a:r>
              <a:rPr lang="en-US"/>
              <a:t>Click to edit the title text format</a:t>
            </a:r>
          </a:p>
        </p:txBody>
      </p:sp>
      <p:sp>
        <p:nvSpPr>
          <p:cNvPr id="4" name="Text Placeholder 3">
            <a:extLst>
              <a:ext uri="{FF2B5EF4-FFF2-40B4-BE49-F238E27FC236}">
                <a16:creationId xmlns:a16="http://schemas.microsoft.com/office/drawing/2014/main" id="{FF2A4895-697C-5E7C-50FB-280A5EAC6B52}"/>
              </a:ext>
            </a:extLst>
          </p:cNvPr>
          <p:cNvSpPr txBox="1">
            <a:spLocks noGrp="1"/>
          </p:cNvSpPr>
          <p:nvPr>
            <p:ph type="body" idx="1"/>
          </p:nvPr>
        </p:nvSpPr>
        <p:spPr>
          <a:xfrm>
            <a:off x="503998" y="4023360"/>
            <a:ext cx="9071643" cy="1532516"/>
          </a:xfrm>
          <a:prstGeom prst="rect">
            <a:avLst/>
          </a:prstGeom>
          <a:noFill/>
          <a:ln>
            <a:noFill/>
          </a:ln>
        </p:spPr>
        <p:txBody>
          <a:bodyPr vert="horz" wrap="square" lIns="0" tIns="0" rIns="0" bIns="0" anchor="t" anchorCtr="0" compatLnSpc="1">
            <a:normAutofit/>
          </a:bodyPr>
          <a:lstStyle/>
          <a:p>
            <a:pPr lvl="0"/>
            <a:r>
              <a:rPr lang="en-US"/>
              <a:t>Click to edit the outline text format</a:t>
            </a:r>
          </a:p>
          <a:p>
            <a:pPr lvl="1"/>
            <a:r>
              <a:rPr lang="en-US"/>
              <a:t>Second Outline Level</a:t>
            </a:r>
          </a:p>
          <a:p>
            <a:pPr lvl="2"/>
            <a:r>
              <a:rPr lang="en-US"/>
              <a:t>Third Outline Level</a:t>
            </a:r>
          </a:p>
          <a:p>
            <a:pPr lvl="3"/>
            <a:r>
              <a:rPr lang="en-US"/>
              <a:t>Fourth Outline Level</a:t>
            </a:r>
          </a:p>
          <a:p>
            <a:pPr lvl="4"/>
            <a:r>
              <a:rPr lang="en-US"/>
              <a:t>Fifth Outline Level</a:t>
            </a:r>
          </a:p>
          <a:p>
            <a:pPr lvl="5"/>
            <a:r>
              <a:rPr lang="en-US"/>
              <a:t>Sixth Outline Level</a:t>
            </a:r>
          </a:p>
          <a:p>
            <a:pPr lvl="6"/>
            <a:r>
              <a:rPr lang="en-US"/>
              <a:t>Seventh Outline Level</a:t>
            </a:r>
          </a:p>
        </p:txBody>
      </p:sp>
      <p:pic>
        <p:nvPicPr>
          <p:cNvPr id="5" name="Graphic 4">
            <a:extLst>
              <a:ext uri="{FF2B5EF4-FFF2-40B4-BE49-F238E27FC236}">
                <a16:creationId xmlns:a16="http://schemas.microsoft.com/office/drawing/2014/main" id="{47B6CFBD-8A93-9A7F-34EF-3EC0F7741EF0}"/>
              </a:ext>
            </a:extLst>
          </p:cNvPr>
          <p:cNvPicPr>
            <a:picLocks noChangeAspect="1"/>
          </p:cNvPicPr>
          <p:nvPr/>
        </p:nvPicPr>
        <p:blipFill>
          <a:blip>
            <a:lum/>
            <a:alphaModFix/>
            <a:extLst>
              <a:ext uri="{96DAC541-7B7A-43D3-8B79-37D633B846F1}">
                <asvg:svgBlip xmlns:asvg="http://schemas.microsoft.com/office/drawing/2016/SVG/main" r:embed="rId13"/>
              </a:ext>
            </a:extLst>
          </a:blip>
          <a:srcRect/>
          <a:stretch>
            <a:fillRect/>
          </a:stretch>
        </p:blipFill>
        <p:spPr>
          <a:xfrm>
            <a:off x="486716" y="506156"/>
            <a:ext cx="9106921" cy="1524597"/>
          </a:xfrm>
          <a:prstGeom prst="rect">
            <a:avLst/>
          </a:prstGeom>
          <a:noFill/>
          <a:ln cap="flat">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marL="0" marR="0" lvl="0" indent="0" algn="l" defTabSz="914400" rtl="0" fontAlgn="auto" hangingPunct="0">
        <a:lnSpc>
          <a:spcPct val="100000"/>
        </a:lnSpc>
        <a:spcBef>
          <a:spcPts val="0"/>
        </a:spcBef>
        <a:spcAft>
          <a:spcPts val="0"/>
        </a:spcAft>
        <a:buNone/>
        <a:tabLst/>
        <a:defRPr lang="en-US" sz="2800" b="0" i="0" u="none" strike="noStrike" kern="1200" cap="none" spc="0" baseline="0">
          <a:solidFill>
            <a:srgbClr val="000000"/>
          </a:solidFill>
          <a:highlight>
            <a:scrgbClr r="0" g="0" b="0">
              <a:alpha val="0"/>
            </a:scrgbClr>
          </a:highlight>
          <a:uFillTx/>
          <a:latin typeface="Roboto:frac=1&amp;smcp" pitchFamily="2"/>
          <a:ea typeface="DejaVu Sans" pitchFamily="2"/>
          <a:cs typeface="FreeSans" pitchFamily="2"/>
        </a:defRPr>
      </a:lvl1pPr>
    </p:titleStyle>
    <p:bodyStyle>
      <a:lvl1pPr marL="0" marR="0" lvl="0" indent="0" defTabSz="914400" rtl="0" fontAlgn="auto" hangingPunct="0">
        <a:lnSpc>
          <a:spcPct val="100000"/>
        </a:lnSpc>
        <a:spcBef>
          <a:spcPts val="0"/>
        </a:spcBef>
        <a:spcAft>
          <a:spcPts val="0"/>
        </a:spcAft>
        <a:buSzPct val="45000"/>
        <a:buFont typeface="StarSymbol"/>
        <a:buChar char="●"/>
        <a:tabLst/>
        <a:defRPr lang="en-US" sz="2000" b="0" i="0" u="none" strike="noStrike" kern="1200" cap="none" spc="0" baseline="0">
          <a:solidFill>
            <a:srgbClr val="FFFFFF"/>
          </a:solidFill>
          <a:highlight>
            <a:scrgbClr r="0" g="0" b="0">
              <a:alpha val="0"/>
            </a:scrgbClr>
          </a:highlight>
          <a:uFillTx/>
          <a:latin typeface="Roboto" pitchFamily="2"/>
          <a:ea typeface="DejaVu Sans" pitchFamily="2"/>
          <a:cs typeface="FreeSans" pitchFamily="2"/>
        </a:defRPr>
      </a:lvl1pPr>
      <a:lvl2pPr marL="0" marR="0" lvl="1" indent="0" defTabSz="914400" rtl="0" fontAlgn="auto" hangingPunct="0">
        <a:lnSpc>
          <a:spcPct val="100000"/>
        </a:lnSpc>
        <a:spcBef>
          <a:spcPts val="0"/>
        </a:spcBef>
        <a:spcAft>
          <a:spcPts val="0"/>
        </a:spcAft>
        <a:buSzPct val="75000"/>
        <a:buFont typeface="StarSymbol"/>
        <a:buChar char="–"/>
        <a:tabLst/>
        <a:defRPr lang="en-US" sz="2000" b="0" i="0" u="none" strike="noStrike" kern="1200" cap="none" spc="0" baseline="0">
          <a:solidFill>
            <a:srgbClr val="FFFFFF"/>
          </a:solidFill>
          <a:highlight>
            <a:scrgbClr r="0" g="0" b="0">
              <a:alpha val="0"/>
            </a:scrgbClr>
          </a:highlight>
          <a:uFillTx/>
          <a:latin typeface="Roboto" pitchFamily="2"/>
          <a:ea typeface="DejaVu Sans" pitchFamily="2"/>
          <a:cs typeface="FreeSans" pitchFamily="2"/>
        </a:defRPr>
      </a:lvl2pPr>
      <a:lvl3pPr marL="0" marR="0" lvl="2" indent="0" defTabSz="914400" rtl="0" fontAlgn="auto" hangingPunct="0">
        <a:lnSpc>
          <a:spcPct val="100000"/>
        </a:lnSpc>
        <a:spcBef>
          <a:spcPts val="0"/>
        </a:spcBef>
        <a:spcAft>
          <a:spcPts val="0"/>
        </a:spcAft>
        <a:buSzPct val="45000"/>
        <a:buFont typeface="StarSymbol"/>
        <a:buChar char="●"/>
        <a:tabLst/>
        <a:defRPr lang="en-US" sz="2000" b="0" i="0" u="none" strike="noStrike" kern="1200" cap="none" spc="0" baseline="0">
          <a:solidFill>
            <a:srgbClr val="FFFFFF"/>
          </a:solidFill>
          <a:highlight>
            <a:scrgbClr r="0" g="0" b="0">
              <a:alpha val="0"/>
            </a:scrgbClr>
          </a:highlight>
          <a:uFillTx/>
          <a:latin typeface="Roboto" pitchFamily="2"/>
          <a:ea typeface="DejaVu Sans" pitchFamily="2"/>
          <a:cs typeface="FreeSans" pitchFamily="2"/>
        </a:defRPr>
      </a:lvl3pPr>
      <a:lvl4pPr marL="0" marR="0" lvl="3" indent="0" defTabSz="914400" rtl="0" fontAlgn="auto" hangingPunct="0">
        <a:lnSpc>
          <a:spcPct val="100000"/>
        </a:lnSpc>
        <a:spcBef>
          <a:spcPts val="0"/>
        </a:spcBef>
        <a:spcAft>
          <a:spcPts val="0"/>
        </a:spcAft>
        <a:buSzPct val="75000"/>
        <a:buFont typeface="StarSymbol"/>
        <a:buChar char="–"/>
        <a:tabLst/>
        <a:defRPr lang="en-US" sz="2000" b="0" i="0" u="none" strike="noStrike" kern="1200" cap="none" spc="0" baseline="0">
          <a:solidFill>
            <a:srgbClr val="FFFFFF"/>
          </a:solidFill>
          <a:highlight>
            <a:scrgbClr r="0" g="0" b="0">
              <a:alpha val="0"/>
            </a:scrgbClr>
          </a:highlight>
          <a:uFillTx/>
          <a:latin typeface="Roboto" pitchFamily="2"/>
          <a:ea typeface="DejaVu Sans" pitchFamily="2"/>
          <a:cs typeface="FreeSans" pitchFamily="2"/>
        </a:defRPr>
      </a:lvl4pPr>
      <a:lvl5pPr marL="0" marR="0" lvl="4" indent="0" defTabSz="914400" rtl="0" fontAlgn="auto" hangingPunct="0">
        <a:lnSpc>
          <a:spcPct val="100000"/>
        </a:lnSpc>
        <a:spcBef>
          <a:spcPts val="0"/>
        </a:spcBef>
        <a:spcAft>
          <a:spcPts val="0"/>
        </a:spcAft>
        <a:buSzPct val="45000"/>
        <a:buFont typeface="StarSymbol"/>
        <a:buChar char="●"/>
        <a:tabLst/>
        <a:defRPr lang="en-US" sz="2000" b="0" i="0" u="none" strike="noStrike" kern="1200" cap="none" spc="0" baseline="0">
          <a:solidFill>
            <a:srgbClr val="FFFFFF"/>
          </a:solidFill>
          <a:highlight>
            <a:scrgbClr r="0" g="0" b="0">
              <a:alpha val="0"/>
            </a:scrgbClr>
          </a:highlight>
          <a:uFillTx/>
          <a:latin typeface="Roboto" pitchFamily="2"/>
          <a:ea typeface="DejaVu Sans" pitchFamily="2"/>
          <a:cs typeface="FreeSans" pitchFamily="2"/>
        </a:defRPr>
      </a:lvl5pPr>
      <a:lvl6pPr marL="0" marR="0" lvl="5" indent="0" defTabSz="914400" rtl="0" fontAlgn="auto" hangingPunct="0">
        <a:lnSpc>
          <a:spcPct val="100000"/>
        </a:lnSpc>
        <a:spcBef>
          <a:spcPts val="0"/>
        </a:spcBef>
        <a:spcAft>
          <a:spcPts val="0"/>
        </a:spcAft>
        <a:buSzPct val="45000"/>
        <a:buFont typeface="StarSymbol"/>
        <a:buChar char="●"/>
        <a:tabLst/>
        <a:defRPr lang="en-US" sz="2000" b="0" i="0" u="none" strike="noStrike" kern="1200" cap="none" spc="0" baseline="0">
          <a:solidFill>
            <a:srgbClr val="FFFFFF"/>
          </a:solidFill>
          <a:highlight>
            <a:scrgbClr r="0" g="0" b="0">
              <a:alpha val="0"/>
            </a:scrgbClr>
          </a:highlight>
          <a:uFillTx/>
          <a:latin typeface="Roboto" pitchFamily="2"/>
          <a:ea typeface="DejaVu Sans" pitchFamily="2"/>
          <a:cs typeface="FreeSans" pitchFamily="2"/>
        </a:defRPr>
      </a:lvl6pPr>
      <a:lvl7pPr marL="0" marR="0" lvl="6" indent="0" defTabSz="914400" rtl="0" fontAlgn="auto" hangingPunct="0">
        <a:lnSpc>
          <a:spcPct val="100000"/>
        </a:lnSpc>
        <a:spcBef>
          <a:spcPts val="0"/>
        </a:spcBef>
        <a:spcAft>
          <a:spcPts val="0"/>
        </a:spcAft>
        <a:buSzPct val="45000"/>
        <a:buFont typeface="StarSymbol"/>
        <a:buChar char="●"/>
        <a:tabLst/>
        <a:defRPr lang="en-US" sz="2000" b="0" i="0" u="none" strike="noStrike" kern="1200" cap="none" spc="0" baseline="0">
          <a:solidFill>
            <a:srgbClr val="FFFFFF"/>
          </a:solidFill>
          <a:highlight>
            <a:scrgbClr r="0" g="0" b="0">
              <a:alpha val="0"/>
            </a:scrgbClr>
          </a:highlight>
          <a:uFillTx/>
          <a:latin typeface="Roboto" pitchFamily="2"/>
          <a:ea typeface="DejaVu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CA48A-D3AD-42F0-2E0B-D8E87F50A892}"/>
              </a:ext>
            </a:extLst>
          </p:cNvPr>
          <p:cNvSpPr txBox="1">
            <a:spLocks noGrp="1"/>
          </p:cNvSpPr>
          <p:nvPr>
            <p:ph type="title" idx="4294967295"/>
          </p:nvPr>
        </p:nvSpPr>
        <p:spPr>
          <a:xfrm>
            <a:off x="529556" y="2381971"/>
            <a:ext cx="9071643" cy="861774"/>
          </a:xfrm>
        </p:spPr>
        <p:txBody>
          <a:bodyPr>
            <a:spAutoFit/>
          </a:bodyPr>
          <a:lstStyle/>
          <a:p>
            <a:r>
              <a:rPr lang="en-GB" dirty="0"/>
              <a:t>Semantic Retrieval of ICS Security Requirements from BSI and NIST Standards</a:t>
            </a:r>
            <a:endParaRPr lang="en-DE" dirty="0"/>
          </a:p>
        </p:txBody>
      </p:sp>
      <p:sp>
        <p:nvSpPr>
          <p:cNvPr id="3" name="Subtitle 2">
            <a:extLst>
              <a:ext uri="{FF2B5EF4-FFF2-40B4-BE49-F238E27FC236}">
                <a16:creationId xmlns:a16="http://schemas.microsoft.com/office/drawing/2014/main" id="{C77967A8-AC6D-B826-7E5E-3720664F84A1}"/>
              </a:ext>
            </a:extLst>
          </p:cNvPr>
          <p:cNvSpPr txBox="1">
            <a:spLocks noGrp="1"/>
          </p:cNvSpPr>
          <p:nvPr>
            <p:ph type="subTitle" idx="4294967295"/>
          </p:nvPr>
        </p:nvSpPr>
        <p:spPr/>
        <p:txBody>
          <a:bodyPr anchor="ctr" anchorCtr="1"/>
          <a:lstStyle/>
          <a:p>
            <a:pPr>
              <a:buNone/>
            </a:pPr>
            <a:r>
              <a:rPr lang="en-GB" dirty="0"/>
              <a:t>Dipan Banerjee</a:t>
            </a:r>
            <a:endParaRPr lang="en-DE"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CEC97-7435-7714-0F86-3A0CA2695D14}"/>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703AA9EF-35AA-9A81-47BB-5F855F681398}"/>
              </a:ext>
            </a:extLst>
          </p:cNvPr>
          <p:cNvSpPr txBox="1"/>
          <p:nvPr/>
        </p:nvSpPr>
        <p:spPr>
          <a:xfrm>
            <a:off x="8797680" y="0"/>
            <a:ext cx="1188720" cy="390604"/>
          </a:xfrm>
          <a:prstGeom prst="rect">
            <a:avLst/>
          </a:prstGeom>
          <a:noFill/>
          <a:ln cap="flat">
            <a:noFill/>
          </a:ln>
        </p:spPr>
        <p:txBody>
          <a:bodyPr vert="horz" wrap="square" lIns="0" tIns="0" rIns="0" bIns="0" anchor="t"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dirty="0">
              <a:solidFill>
                <a:srgbClr val="000000"/>
              </a:solidFill>
              <a:uFillTx/>
              <a:latin typeface="Roboto" pitchFamily="2"/>
              <a:ea typeface="DejaVu Sans" pitchFamily="2"/>
              <a:cs typeface="DejaVu Sans" pitchFamily="2"/>
            </a:endParaRPr>
          </a:p>
        </p:txBody>
      </p:sp>
      <p:sp>
        <p:nvSpPr>
          <p:cNvPr id="3" name="Slide Number Placeholder 2">
            <a:extLst>
              <a:ext uri="{FF2B5EF4-FFF2-40B4-BE49-F238E27FC236}">
                <a16:creationId xmlns:a16="http://schemas.microsoft.com/office/drawing/2014/main" id="{F2A05E84-F570-D6CE-B825-3D9A9620C8BF}"/>
              </a:ext>
            </a:extLst>
          </p:cNvPr>
          <p:cNvSpPr txBox="1"/>
          <p:nvPr/>
        </p:nvSpPr>
        <p:spPr>
          <a:xfrm>
            <a:off x="7334640" y="0"/>
            <a:ext cx="1280160" cy="390604"/>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DE179EF-63DE-4C02-937F-012871C394FB}" type="slidenum">
              <a:rPr lang="en-US" sz="1200" b="0" i="0" u="none" strike="noStrike" kern="1200" cap="none" spc="0" baseline="0">
                <a:solidFill>
                  <a:srgbClr val="000000"/>
                </a:solidFill>
                <a:uFillTx/>
                <a:latin typeface="Roboto" pitchFamily="2"/>
                <a:ea typeface="DejaVu Sans" pitchFamily="2"/>
                <a:cs typeface="DejaVu Sans" pitchFamily="2"/>
              </a:rPr>
              <a:t>2</a:t>
            </a:fld>
            <a:endParaRPr lang="en-US" sz="1200" b="0" i="0" u="none" strike="noStrike" kern="1200" cap="none" spc="0" baseline="0">
              <a:solidFill>
                <a:srgbClr val="000000"/>
              </a:solidFill>
              <a:uFillTx/>
              <a:latin typeface="Roboto" pitchFamily="2"/>
              <a:ea typeface="DejaVu Sans" pitchFamily="2"/>
              <a:cs typeface="DejaVu Sans" pitchFamily="2"/>
            </a:endParaRPr>
          </a:p>
        </p:txBody>
      </p:sp>
      <p:sp>
        <p:nvSpPr>
          <p:cNvPr id="4" name="Title 1">
            <a:extLst>
              <a:ext uri="{FF2B5EF4-FFF2-40B4-BE49-F238E27FC236}">
                <a16:creationId xmlns:a16="http://schemas.microsoft.com/office/drawing/2014/main" id="{C1CBBD4E-C9AB-0A92-8D16-81E214AC6460}"/>
              </a:ext>
            </a:extLst>
          </p:cNvPr>
          <p:cNvSpPr txBox="1">
            <a:spLocks noGrp="1"/>
          </p:cNvSpPr>
          <p:nvPr>
            <p:ph type="title" idx="4294967295"/>
          </p:nvPr>
        </p:nvSpPr>
        <p:spPr>
          <a:xfrm>
            <a:off x="670034" y="1016876"/>
            <a:ext cx="8905607" cy="263283"/>
          </a:xfrm>
        </p:spPr>
        <p:txBody>
          <a:bodyPr/>
          <a:lstStyle/>
          <a:p>
            <a:r>
              <a:rPr lang="en-GB" dirty="0"/>
              <a:t>Recap</a:t>
            </a:r>
            <a:br>
              <a:rPr lang="en-GB" dirty="0"/>
            </a:br>
            <a:endParaRPr lang="en-DE" dirty="0"/>
          </a:p>
        </p:txBody>
      </p:sp>
      <p:pic>
        <p:nvPicPr>
          <p:cNvPr id="10" name="Picture 9">
            <a:extLst>
              <a:ext uri="{FF2B5EF4-FFF2-40B4-BE49-F238E27FC236}">
                <a16:creationId xmlns:a16="http://schemas.microsoft.com/office/drawing/2014/main" id="{5E8321C6-01B3-FE08-D76D-9321680199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9727" y="1148517"/>
            <a:ext cx="6345073" cy="423004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74528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81B66-FBD2-BAE7-77CF-7B17536C94DD}"/>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15F34FBC-4573-A0F3-DA61-54D3670DF62B}"/>
              </a:ext>
            </a:extLst>
          </p:cNvPr>
          <p:cNvSpPr txBox="1"/>
          <p:nvPr/>
        </p:nvSpPr>
        <p:spPr>
          <a:xfrm>
            <a:off x="8797680" y="0"/>
            <a:ext cx="1188720" cy="390604"/>
          </a:xfrm>
          <a:prstGeom prst="rect">
            <a:avLst/>
          </a:prstGeom>
          <a:noFill/>
          <a:ln cap="flat">
            <a:noFill/>
          </a:ln>
        </p:spPr>
        <p:txBody>
          <a:bodyPr vert="horz" wrap="square" lIns="0" tIns="0" rIns="0" bIns="0" anchor="t"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dirty="0">
              <a:solidFill>
                <a:srgbClr val="000000"/>
              </a:solidFill>
              <a:uFillTx/>
              <a:latin typeface="Roboto" pitchFamily="2"/>
              <a:ea typeface="DejaVu Sans" pitchFamily="2"/>
              <a:cs typeface="DejaVu Sans" pitchFamily="2"/>
            </a:endParaRPr>
          </a:p>
        </p:txBody>
      </p:sp>
      <p:sp>
        <p:nvSpPr>
          <p:cNvPr id="3" name="Slide Number Placeholder 2">
            <a:extLst>
              <a:ext uri="{FF2B5EF4-FFF2-40B4-BE49-F238E27FC236}">
                <a16:creationId xmlns:a16="http://schemas.microsoft.com/office/drawing/2014/main" id="{7AB31D9C-417B-8812-408C-98FC2717DB86}"/>
              </a:ext>
            </a:extLst>
          </p:cNvPr>
          <p:cNvSpPr txBox="1"/>
          <p:nvPr/>
        </p:nvSpPr>
        <p:spPr>
          <a:xfrm>
            <a:off x="7334640" y="0"/>
            <a:ext cx="1280160" cy="390604"/>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DE179EF-63DE-4C02-937F-012871C394FB}" type="slidenum">
              <a:rPr lang="en-US" sz="1200" b="0" i="0" u="none" strike="noStrike" kern="1200" cap="none" spc="0" baseline="0">
                <a:solidFill>
                  <a:srgbClr val="000000"/>
                </a:solidFill>
                <a:uFillTx/>
                <a:latin typeface="Roboto" pitchFamily="2"/>
                <a:ea typeface="DejaVu Sans" pitchFamily="2"/>
                <a:cs typeface="DejaVu Sans" pitchFamily="2"/>
              </a:rPr>
              <a:t>3</a:t>
            </a:fld>
            <a:endParaRPr lang="en-US" sz="1200" b="0" i="0" u="none" strike="noStrike" kern="1200" cap="none" spc="0" baseline="0">
              <a:solidFill>
                <a:srgbClr val="000000"/>
              </a:solidFill>
              <a:uFillTx/>
              <a:latin typeface="Roboto" pitchFamily="2"/>
              <a:ea typeface="DejaVu Sans" pitchFamily="2"/>
              <a:cs typeface="DejaVu Sans" pitchFamily="2"/>
            </a:endParaRPr>
          </a:p>
        </p:txBody>
      </p:sp>
      <p:sp>
        <p:nvSpPr>
          <p:cNvPr id="4" name="Title 1">
            <a:extLst>
              <a:ext uri="{FF2B5EF4-FFF2-40B4-BE49-F238E27FC236}">
                <a16:creationId xmlns:a16="http://schemas.microsoft.com/office/drawing/2014/main" id="{CE275193-F32D-CEC0-5548-883B199717FB}"/>
              </a:ext>
            </a:extLst>
          </p:cNvPr>
          <p:cNvSpPr txBox="1">
            <a:spLocks noGrp="1"/>
          </p:cNvSpPr>
          <p:nvPr>
            <p:ph type="title" idx="4294967295"/>
          </p:nvPr>
        </p:nvSpPr>
        <p:spPr/>
        <p:txBody>
          <a:bodyPr/>
          <a:lstStyle/>
          <a:p>
            <a:r>
              <a:rPr lang="en-GB" dirty="0"/>
              <a:t>Reap-</a:t>
            </a:r>
            <a:r>
              <a:rPr lang="en-GB" dirty="0" err="1"/>
              <a:t>Streamlit</a:t>
            </a:r>
            <a:r>
              <a:rPr lang="en-GB" dirty="0"/>
              <a:t> App </a:t>
            </a:r>
            <a:endParaRPr lang="en-DE" dirty="0"/>
          </a:p>
        </p:txBody>
      </p:sp>
      <p:pic>
        <p:nvPicPr>
          <p:cNvPr id="6" name="Picture 5">
            <a:extLst>
              <a:ext uri="{FF2B5EF4-FFF2-40B4-BE49-F238E27FC236}">
                <a16:creationId xmlns:a16="http://schemas.microsoft.com/office/drawing/2014/main" id="{F26043CF-3C9E-E623-F1D1-88A0BD542D83}"/>
              </a:ext>
            </a:extLst>
          </p:cNvPr>
          <p:cNvPicPr>
            <a:picLocks noChangeAspect="1"/>
          </p:cNvPicPr>
          <p:nvPr/>
        </p:nvPicPr>
        <p:blipFill>
          <a:blip r:embed="rId3"/>
          <a:stretch>
            <a:fillRect/>
          </a:stretch>
        </p:blipFill>
        <p:spPr>
          <a:xfrm>
            <a:off x="301492" y="1483141"/>
            <a:ext cx="3994611" cy="1757881"/>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35FEAFA1-5C9C-7035-8C74-D582AFAED0B6}"/>
              </a:ext>
            </a:extLst>
          </p:cNvPr>
          <p:cNvPicPr>
            <a:picLocks noChangeAspect="1"/>
          </p:cNvPicPr>
          <p:nvPr/>
        </p:nvPicPr>
        <p:blipFill>
          <a:blip r:embed="rId4"/>
          <a:stretch>
            <a:fillRect/>
          </a:stretch>
        </p:blipFill>
        <p:spPr>
          <a:xfrm>
            <a:off x="4486394" y="1341027"/>
            <a:ext cx="5292739" cy="1875351"/>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B9BF8BB3-C386-57CD-FACC-A3ED51AAA18D}"/>
              </a:ext>
            </a:extLst>
          </p:cNvPr>
          <p:cNvPicPr>
            <a:picLocks noChangeAspect="1"/>
          </p:cNvPicPr>
          <p:nvPr/>
        </p:nvPicPr>
        <p:blipFill>
          <a:blip r:embed="rId5"/>
          <a:stretch>
            <a:fillRect/>
          </a:stretch>
        </p:blipFill>
        <p:spPr>
          <a:xfrm>
            <a:off x="263499" y="3332939"/>
            <a:ext cx="4093719" cy="1128992"/>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83848F0B-2AE8-A52E-4750-9AA9EFF89771}"/>
              </a:ext>
            </a:extLst>
          </p:cNvPr>
          <p:cNvPicPr>
            <a:picLocks noChangeAspect="1"/>
          </p:cNvPicPr>
          <p:nvPr/>
        </p:nvPicPr>
        <p:blipFill>
          <a:blip r:embed="rId6"/>
          <a:stretch>
            <a:fillRect/>
          </a:stretch>
        </p:blipFill>
        <p:spPr>
          <a:xfrm>
            <a:off x="4576972" y="3332939"/>
            <a:ext cx="4998669" cy="17284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6213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21179-3D8B-E866-86D4-BB579106AAA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BA9268EF-02CB-9216-2A8C-341F354059B0}"/>
              </a:ext>
            </a:extLst>
          </p:cNvPr>
          <p:cNvSpPr txBox="1"/>
          <p:nvPr/>
        </p:nvSpPr>
        <p:spPr>
          <a:xfrm>
            <a:off x="8797680" y="0"/>
            <a:ext cx="1188720" cy="390604"/>
          </a:xfrm>
          <a:prstGeom prst="rect">
            <a:avLst/>
          </a:prstGeom>
          <a:noFill/>
          <a:ln cap="flat">
            <a:noFill/>
          </a:ln>
        </p:spPr>
        <p:txBody>
          <a:bodyPr vert="horz" wrap="square" lIns="0" tIns="0" rIns="0" bIns="0" anchor="t"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dirty="0">
              <a:solidFill>
                <a:srgbClr val="000000"/>
              </a:solidFill>
              <a:uFillTx/>
              <a:latin typeface="Roboto" pitchFamily="2"/>
              <a:ea typeface="DejaVu Sans" pitchFamily="2"/>
              <a:cs typeface="DejaVu Sans" pitchFamily="2"/>
            </a:endParaRPr>
          </a:p>
        </p:txBody>
      </p:sp>
      <p:sp>
        <p:nvSpPr>
          <p:cNvPr id="3" name="Slide Number Placeholder 2">
            <a:extLst>
              <a:ext uri="{FF2B5EF4-FFF2-40B4-BE49-F238E27FC236}">
                <a16:creationId xmlns:a16="http://schemas.microsoft.com/office/drawing/2014/main" id="{7AA383ED-A61A-65F4-B6A8-20BCE1917EC6}"/>
              </a:ext>
            </a:extLst>
          </p:cNvPr>
          <p:cNvSpPr txBox="1"/>
          <p:nvPr/>
        </p:nvSpPr>
        <p:spPr>
          <a:xfrm>
            <a:off x="7334640" y="0"/>
            <a:ext cx="1280160" cy="390604"/>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DE179EF-63DE-4C02-937F-012871C394FB}" type="slidenum">
              <a:rPr lang="en-US" sz="1200" b="0" i="0" u="none" strike="noStrike" kern="1200" cap="none" spc="0" baseline="0">
                <a:solidFill>
                  <a:srgbClr val="000000"/>
                </a:solidFill>
                <a:uFillTx/>
                <a:latin typeface="Roboto" pitchFamily="2"/>
                <a:ea typeface="DejaVu Sans" pitchFamily="2"/>
                <a:cs typeface="DejaVu Sans" pitchFamily="2"/>
              </a:rPr>
              <a:t>4</a:t>
            </a:fld>
            <a:endParaRPr lang="en-US" sz="1200" b="0" i="0" u="none" strike="noStrike" kern="1200" cap="none" spc="0" baseline="0">
              <a:solidFill>
                <a:srgbClr val="000000"/>
              </a:solidFill>
              <a:uFillTx/>
              <a:latin typeface="Roboto" pitchFamily="2"/>
              <a:ea typeface="DejaVu Sans" pitchFamily="2"/>
              <a:cs typeface="DejaVu Sans" pitchFamily="2"/>
            </a:endParaRPr>
          </a:p>
        </p:txBody>
      </p:sp>
      <p:sp>
        <p:nvSpPr>
          <p:cNvPr id="4" name="Title 1">
            <a:extLst>
              <a:ext uri="{FF2B5EF4-FFF2-40B4-BE49-F238E27FC236}">
                <a16:creationId xmlns:a16="http://schemas.microsoft.com/office/drawing/2014/main" id="{128E6D42-B3DA-9302-0508-99BE0A5D2F67}"/>
              </a:ext>
            </a:extLst>
          </p:cNvPr>
          <p:cNvSpPr txBox="1">
            <a:spLocks noGrp="1"/>
          </p:cNvSpPr>
          <p:nvPr>
            <p:ph type="title" idx="4294967295"/>
          </p:nvPr>
        </p:nvSpPr>
        <p:spPr/>
        <p:txBody>
          <a:bodyPr/>
          <a:lstStyle/>
          <a:p>
            <a:r>
              <a:rPr lang="en-GB" dirty="0"/>
              <a:t>Improved Architecture </a:t>
            </a:r>
            <a:endParaRPr lang="en-DE" dirty="0"/>
          </a:p>
        </p:txBody>
      </p:sp>
      <p:pic>
        <p:nvPicPr>
          <p:cNvPr id="7" name="Picture 6">
            <a:extLst>
              <a:ext uri="{FF2B5EF4-FFF2-40B4-BE49-F238E27FC236}">
                <a16:creationId xmlns:a16="http://schemas.microsoft.com/office/drawing/2014/main" id="{E390CBA6-B0DD-563D-979F-A70B02B17D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6840" y="1280158"/>
            <a:ext cx="6152054" cy="410136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65938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F8B40-1846-C31D-24D5-B381CD827C94}"/>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7A94DB1D-1AFC-CE91-C7FE-66FBBF24497B}"/>
              </a:ext>
            </a:extLst>
          </p:cNvPr>
          <p:cNvSpPr txBox="1"/>
          <p:nvPr/>
        </p:nvSpPr>
        <p:spPr>
          <a:xfrm>
            <a:off x="8797680" y="0"/>
            <a:ext cx="1188720" cy="390604"/>
          </a:xfrm>
          <a:prstGeom prst="rect">
            <a:avLst/>
          </a:prstGeom>
          <a:noFill/>
          <a:ln cap="flat">
            <a:noFill/>
          </a:ln>
        </p:spPr>
        <p:txBody>
          <a:bodyPr vert="horz" wrap="square" lIns="0" tIns="0" rIns="0" bIns="0" anchor="t"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dirty="0">
              <a:solidFill>
                <a:srgbClr val="000000"/>
              </a:solidFill>
              <a:uFillTx/>
              <a:latin typeface="Roboto" pitchFamily="2"/>
              <a:ea typeface="DejaVu Sans" pitchFamily="2"/>
              <a:cs typeface="DejaVu Sans" pitchFamily="2"/>
            </a:endParaRPr>
          </a:p>
        </p:txBody>
      </p:sp>
      <p:sp>
        <p:nvSpPr>
          <p:cNvPr id="3" name="Slide Number Placeholder 2">
            <a:extLst>
              <a:ext uri="{FF2B5EF4-FFF2-40B4-BE49-F238E27FC236}">
                <a16:creationId xmlns:a16="http://schemas.microsoft.com/office/drawing/2014/main" id="{117667B0-D0AA-3982-678E-C9D11AF96CA0}"/>
              </a:ext>
            </a:extLst>
          </p:cNvPr>
          <p:cNvSpPr txBox="1"/>
          <p:nvPr/>
        </p:nvSpPr>
        <p:spPr>
          <a:xfrm>
            <a:off x="7334640" y="0"/>
            <a:ext cx="1280160" cy="390604"/>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DE179EF-63DE-4C02-937F-012871C394FB}" type="slidenum">
              <a:rPr lang="en-US" sz="1200" b="0" i="0" u="none" strike="noStrike" kern="1200" cap="none" spc="0" baseline="0">
                <a:solidFill>
                  <a:srgbClr val="000000"/>
                </a:solidFill>
                <a:uFillTx/>
                <a:latin typeface="Roboto" pitchFamily="2"/>
                <a:ea typeface="DejaVu Sans" pitchFamily="2"/>
                <a:cs typeface="DejaVu Sans" pitchFamily="2"/>
              </a:rPr>
              <a:t>5</a:t>
            </a:fld>
            <a:endParaRPr lang="en-US" sz="1200" b="0" i="0" u="none" strike="noStrike" kern="1200" cap="none" spc="0" baseline="0">
              <a:solidFill>
                <a:srgbClr val="000000"/>
              </a:solidFill>
              <a:uFillTx/>
              <a:latin typeface="Roboto" pitchFamily="2"/>
              <a:ea typeface="DejaVu Sans" pitchFamily="2"/>
              <a:cs typeface="DejaVu Sans" pitchFamily="2"/>
            </a:endParaRPr>
          </a:p>
        </p:txBody>
      </p:sp>
      <p:sp>
        <p:nvSpPr>
          <p:cNvPr id="4" name="Title 1">
            <a:extLst>
              <a:ext uri="{FF2B5EF4-FFF2-40B4-BE49-F238E27FC236}">
                <a16:creationId xmlns:a16="http://schemas.microsoft.com/office/drawing/2014/main" id="{8585556F-8F78-2590-EF21-1D0FB57D555F}"/>
              </a:ext>
            </a:extLst>
          </p:cNvPr>
          <p:cNvSpPr txBox="1">
            <a:spLocks noGrp="1"/>
          </p:cNvSpPr>
          <p:nvPr>
            <p:ph type="title"/>
          </p:nvPr>
        </p:nvSpPr>
        <p:spPr/>
        <p:txBody>
          <a:bodyPr/>
          <a:lstStyle/>
          <a:p>
            <a:r>
              <a:rPr lang="en-GB" dirty="0"/>
              <a:t>Improvements</a:t>
            </a:r>
            <a:endParaRPr lang="en-DE" dirty="0"/>
          </a:p>
        </p:txBody>
      </p:sp>
      <p:sp>
        <p:nvSpPr>
          <p:cNvPr id="6" name="Content Placeholder 5">
            <a:extLst>
              <a:ext uri="{FF2B5EF4-FFF2-40B4-BE49-F238E27FC236}">
                <a16:creationId xmlns:a16="http://schemas.microsoft.com/office/drawing/2014/main" id="{A33B29BB-C68F-64D7-9943-F9D189075A8A}"/>
              </a:ext>
            </a:extLst>
          </p:cNvPr>
          <p:cNvSpPr>
            <a:spLocks noGrp="1"/>
          </p:cNvSpPr>
          <p:nvPr>
            <p:ph idx="1"/>
          </p:nvPr>
        </p:nvSpPr>
        <p:spPr>
          <a:xfrm>
            <a:off x="393639" y="1399977"/>
            <a:ext cx="9071644" cy="3676519"/>
          </a:xfrm>
        </p:spPr>
        <p:txBody>
          <a:bodyPr>
            <a:normAutofit/>
          </a:bodyPr>
          <a:lstStyle/>
          <a:p>
            <a:r>
              <a:rPr lang="en-GB" dirty="0"/>
              <a:t> Improved the design of the app.</a:t>
            </a:r>
          </a:p>
          <a:p>
            <a:r>
              <a:rPr lang="en-GB" dirty="0"/>
              <a:t>Extracted chunks with 100 words to increase the knowledge base details. </a:t>
            </a:r>
          </a:p>
          <a:p>
            <a:r>
              <a:rPr lang="en-GB" dirty="0"/>
              <a:t>Introduced </a:t>
            </a:r>
            <a:r>
              <a:rPr lang="en-GB" dirty="0" err="1"/>
              <a:t>claude</a:t>
            </a:r>
            <a:r>
              <a:rPr lang="en-GB" dirty="0"/>
              <a:t> and eliminated </a:t>
            </a:r>
            <a:r>
              <a:rPr lang="en-GB" dirty="0" err="1"/>
              <a:t>gpt</a:t>
            </a:r>
            <a:r>
              <a:rPr lang="en-GB" dirty="0"/>
              <a:t> 4.0 mini. </a:t>
            </a:r>
          </a:p>
          <a:p>
            <a:r>
              <a:rPr lang="en-GB" dirty="0"/>
              <a:t>Adjusted the wrong input by using retrieval query similarity score.  </a:t>
            </a:r>
          </a:p>
          <a:p>
            <a:r>
              <a:rPr lang="en-GB" dirty="0"/>
              <a:t>Introduced RAGAS(LLM as a judge) which shows technical accuracy, hallucination, semantic context. [1]</a:t>
            </a:r>
          </a:p>
          <a:p>
            <a:r>
              <a:rPr lang="en-GB" dirty="0" err="1"/>
              <a:t>Emperical</a:t>
            </a:r>
            <a:r>
              <a:rPr lang="en-GB" dirty="0"/>
              <a:t> studies shown </a:t>
            </a:r>
            <a:r>
              <a:rPr lang="en-GB" dirty="0" err="1"/>
              <a:t>tha</a:t>
            </a:r>
            <a:r>
              <a:rPr lang="en-GB" dirty="0"/>
              <a:t> </a:t>
            </a:r>
            <a:r>
              <a:rPr lang="en-GB" dirty="0" err="1"/>
              <a:t>gpt</a:t>
            </a:r>
            <a:r>
              <a:rPr lang="en-GB" dirty="0"/>
              <a:t> 4 onwards, LLM evaluation is 80% similar to human evaluation.[2] </a:t>
            </a:r>
          </a:p>
          <a:p>
            <a:pPr>
              <a:buNone/>
            </a:pPr>
            <a:endParaRPr lang="en-GB" dirty="0"/>
          </a:p>
          <a:p>
            <a:endParaRPr lang="en-DE" dirty="0"/>
          </a:p>
        </p:txBody>
      </p:sp>
    </p:spTree>
    <p:extLst>
      <p:ext uri="{BB962C8B-B14F-4D97-AF65-F5344CB8AC3E}">
        <p14:creationId xmlns:p14="http://schemas.microsoft.com/office/powerpoint/2010/main" val="3499865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FB0DC-B813-EE0C-AAC5-8E079F6A267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3D351852-98D1-7363-891D-FFBF93ADECB8}"/>
              </a:ext>
            </a:extLst>
          </p:cNvPr>
          <p:cNvSpPr txBox="1"/>
          <p:nvPr/>
        </p:nvSpPr>
        <p:spPr>
          <a:xfrm>
            <a:off x="8797680" y="0"/>
            <a:ext cx="1188720" cy="390604"/>
          </a:xfrm>
          <a:prstGeom prst="rect">
            <a:avLst/>
          </a:prstGeom>
          <a:noFill/>
          <a:ln cap="flat">
            <a:noFill/>
          </a:ln>
        </p:spPr>
        <p:txBody>
          <a:bodyPr vert="horz" wrap="square" lIns="0" tIns="0" rIns="0" bIns="0" anchor="t"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dirty="0">
              <a:solidFill>
                <a:srgbClr val="000000"/>
              </a:solidFill>
              <a:uFillTx/>
              <a:latin typeface="Roboto" pitchFamily="2"/>
              <a:ea typeface="DejaVu Sans" pitchFamily="2"/>
              <a:cs typeface="DejaVu Sans" pitchFamily="2"/>
            </a:endParaRPr>
          </a:p>
        </p:txBody>
      </p:sp>
      <p:sp>
        <p:nvSpPr>
          <p:cNvPr id="3" name="Slide Number Placeholder 2">
            <a:extLst>
              <a:ext uri="{FF2B5EF4-FFF2-40B4-BE49-F238E27FC236}">
                <a16:creationId xmlns:a16="http://schemas.microsoft.com/office/drawing/2014/main" id="{8C4CDEE6-F84C-32F2-224C-1475A47A4839}"/>
              </a:ext>
            </a:extLst>
          </p:cNvPr>
          <p:cNvSpPr txBox="1"/>
          <p:nvPr/>
        </p:nvSpPr>
        <p:spPr>
          <a:xfrm>
            <a:off x="7334640" y="0"/>
            <a:ext cx="1280160" cy="390604"/>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DE179EF-63DE-4C02-937F-012871C394FB}" type="slidenum">
              <a:rPr lang="en-US" sz="1200" b="0" i="0" u="none" strike="noStrike" kern="1200" cap="none" spc="0" baseline="0">
                <a:solidFill>
                  <a:srgbClr val="000000"/>
                </a:solidFill>
                <a:uFillTx/>
                <a:latin typeface="Roboto" pitchFamily="2"/>
                <a:ea typeface="DejaVu Sans" pitchFamily="2"/>
                <a:cs typeface="DejaVu Sans" pitchFamily="2"/>
              </a:rPr>
              <a:t>6</a:t>
            </a:fld>
            <a:endParaRPr lang="en-US" sz="1200" b="0" i="0" u="none" strike="noStrike" kern="1200" cap="none" spc="0" baseline="0">
              <a:solidFill>
                <a:srgbClr val="000000"/>
              </a:solidFill>
              <a:uFillTx/>
              <a:latin typeface="Roboto" pitchFamily="2"/>
              <a:ea typeface="DejaVu Sans" pitchFamily="2"/>
              <a:cs typeface="DejaVu Sans" pitchFamily="2"/>
            </a:endParaRPr>
          </a:p>
        </p:txBody>
      </p:sp>
      <p:sp>
        <p:nvSpPr>
          <p:cNvPr id="4" name="Title 1">
            <a:extLst>
              <a:ext uri="{FF2B5EF4-FFF2-40B4-BE49-F238E27FC236}">
                <a16:creationId xmlns:a16="http://schemas.microsoft.com/office/drawing/2014/main" id="{24F67128-E802-B791-5FCF-6DA60DC7B99F}"/>
              </a:ext>
            </a:extLst>
          </p:cNvPr>
          <p:cNvSpPr txBox="1">
            <a:spLocks noGrp="1"/>
          </p:cNvSpPr>
          <p:nvPr>
            <p:ph type="title"/>
          </p:nvPr>
        </p:nvSpPr>
        <p:spPr/>
        <p:txBody>
          <a:bodyPr/>
          <a:lstStyle/>
          <a:p>
            <a:r>
              <a:rPr lang="en-GB" dirty="0"/>
              <a:t>Improvements</a:t>
            </a:r>
            <a:endParaRPr lang="en-DE" dirty="0"/>
          </a:p>
        </p:txBody>
      </p:sp>
      <p:pic>
        <p:nvPicPr>
          <p:cNvPr id="7" name="Content Placeholder 6">
            <a:extLst>
              <a:ext uri="{FF2B5EF4-FFF2-40B4-BE49-F238E27FC236}">
                <a16:creationId xmlns:a16="http://schemas.microsoft.com/office/drawing/2014/main" id="{A711C7C0-D990-B42E-2181-F64FF6810CDF}"/>
              </a:ext>
            </a:extLst>
          </p:cNvPr>
          <p:cNvPicPr>
            <a:picLocks noGrp="1" noChangeAspect="1"/>
          </p:cNvPicPr>
          <p:nvPr>
            <p:ph idx="1"/>
          </p:nvPr>
        </p:nvPicPr>
        <p:blipFill>
          <a:blip r:embed="rId3"/>
          <a:stretch>
            <a:fillRect/>
          </a:stretch>
        </p:blipFill>
        <p:spPr>
          <a:xfrm>
            <a:off x="503998" y="1691639"/>
            <a:ext cx="1577050" cy="3809730"/>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3B73B3DB-FB58-904B-575F-DBD84DF34A91}"/>
              </a:ext>
            </a:extLst>
          </p:cNvPr>
          <p:cNvPicPr>
            <a:picLocks noChangeAspect="1"/>
          </p:cNvPicPr>
          <p:nvPr/>
        </p:nvPicPr>
        <p:blipFill>
          <a:blip r:embed="rId4"/>
          <a:stretch>
            <a:fillRect/>
          </a:stretch>
        </p:blipFill>
        <p:spPr>
          <a:xfrm>
            <a:off x="2266233" y="1554592"/>
            <a:ext cx="3827139" cy="2561366"/>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A3CE0BAF-AFF9-CD93-6472-6D2F03980F9B}"/>
              </a:ext>
            </a:extLst>
          </p:cNvPr>
          <p:cNvPicPr>
            <a:picLocks noChangeAspect="1"/>
          </p:cNvPicPr>
          <p:nvPr/>
        </p:nvPicPr>
        <p:blipFill>
          <a:blip r:embed="rId5"/>
          <a:stretch>
            <a:fillRect/>
          </a:stretch>
        </p:blipFill>
        <p:spPr>
          <a:xfrm>
            <a:off x="5435322" y="3431836"/>
            <a:ext cx="4645303" cy="1917109"/>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ABABBE5C-80A5-6567-BC7E-497A5231FEE7}"/>
              </a:ext>
            </a:extLst>
          </p:cNvPr>
          <p:cNvPicPr>
            <a:picLocks noChangeAspect="1"/>
          </p:cNvPicPr>
          <p:nvPr/>
        </p:nvPicPr>
        <p:blipFill>
          <a:blip r:embed="rId6"/>
          <a:stretch>
            <a:fillRect/>
          </a:stretch>
        </p:blipFill>
        <p:spPr>
          <a:xfrm>
            <a:off x="5254019" y="802084"/>
            <a:ext cx="4645303" cy="190550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79802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57F4D-4E67-CD37-BFE9-356B827BE7A0}"/>
              </a:ext>
            </a:extLst>
          </p:cNvPr>
          <p:cNvSpPr>
            <a:spLocks noGrp="1"/>
          </p:cNvSpPr>
          <p:nvPr>
            <p:ph type="title"/>
          </p:nvPr>
        </p:nvSpPr>
        <p:spPr/>
        <p:txBody>
          <a:bodyPr/>
          <a:lstStyle/>
          <a:p>
            <a:r>
              <a:rPr lang="en-GB" dirty="0"/>
              <a:t>Task for Human Evaluation</a:t>
            </a:r>
            <a:endParaRPr lang="en-DE" dirty="0"/>
          </a:p>
        </p:txBody>
      </p:sp>
      <p:graphicFrame>
        <p:nvGraphicFramePr>
          <p:cNvPr id="4" name="Content Placeholder 3">
            <a:extLst>
              <a:ext uri="{FF2B5EF4-FFF2-40B4-BE49-F238E27FC236}">
                <a16:creationId xmlns:a16="http://schemas.microsoft.com/office/drawing/2014/main" id="{C828BC3C-748A-A63C-D4BD-FA9D3D5D00FE}"/>
              </a:ext>
            </a:extLst>
          </p:cNvPr>
          <p:cNvGraphicFramePr>
            <a:graphicFrameLocks noGrp="1"/>
          </p:cNvGraphicFramePr>
          <p:nvPr>
            <p:ph idx="1"/>
            <p:extLst>
              <p:ext uri="{D42A27DB-BD31-4B8C-83A1-F6EECF244321}">
                <p14:modId xmlns:p14="http://schemas.microsoft.com/office/powerpoint/2010/main" val="1132558331"/>
              </p:ext>
            </p:extLst>
          </p:nvPr>
        </p:nvGraphicFramePr>
        <p:xfrm>
          <a:off x="503999" y="1463041"/>
          <a:ext cx="2562394" cy="22733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47399935-02F0-F54E-FD4B-4A8659085259}"/>
              </a:ext>
            </a:extLst>
          </p:cNvPr>
          <p:cNvSpPr txBox="1"/>
          <p:nvPr/>
        </p:nvSpPr>
        <p:spPr>
          <a:xfrm>
            <a:off x="157655" y="1355833"/>
            <a:ext cx="9609083" cy="3416320"/>
          </a:xfrm>
          <a:prstGeom prst="rect">
            <a:avLst/>
          </a:prstGeom>
          <a:noFill/>
        </p:spPr>
        <p:txBody>
          <a:bodyPr wrap="square" rtlCol="0">
            <a:spAutoFit/>
          </a:bodyPr>
          <a:lstStyle/>
          <a:p>
            <a:pPr marL="285750" indent="-285750">
              <a:buFont typeface="Arial" panose="020B0604020202020204" pitchFamily="34" charset="0"/>
              <a:buChar char="•"/>
            </a:pPr>
            <a:r>
              <a:rPr lang="en-GB" dirty="0"/>
              <a:t>Students will be divided into 2 groups with their  categories. </a:t>
            </a:r>
          </a:p>
          <a:p>
            <a:pPr marL="285750" indent="-285750">
              <a:buFont typeface="Arial" panose="020B0604020202020204" pitchFamily="34" charset="0"/>
              <a:buChar char="•"/>
            </a:pPr>
            <a:r>
              <a:rPr lang="en-GB" dirty="0"/>
              <a:t>Each student will run 2-3 queries. Total 80-120 queries per group. </a:t>
            </a:r>
          </a:p>
          <a:p>
            <a:pPr marL="285750" indent="-285750">
              <a:buFont typeface="Arial" panose="020B0604020202020204" pitchFamily="34" charset="0"/>
              <a:buChar char="•"/>
            </a:pPr>
            <a:r>
              <a:rPr lang="en-GB" dirty="0"/>
              <a:t>They will run the analysis on the app and look at the relevance. Mark score out of 5(1 is not relevant, 5 most relevant)</a:t>
            </a:r>
          </a:p>
          <a:p>
            <a:pPr marL="285750" indent="-285750">
              <a:buFont typeface="Arial" panose="020B0604020202020204" pitchFamily="34" charset="0"/>
              <a:buChar char="•"/>
            </a:pPr>
            <a:r>
              <a:rPr lang="en-GB" dirty="0"/>
              <a:t>Check the knowledge base and look at the small chunks with the title and also mention whether matches or not and how many matches.. Also check the similarity between NIST and BSI and give relevance score. </a:t>
            </a:r>
          </a:p>
          <a:p>
            <a:pPr marL="285750" indent="-285750">
              <a:buFont typeface="Arial" panose="020B0604020202020204" pitchFamily="34" charset="0"/>
              <a:buChar char="•"/>
            </a:pPr>
            <a:r>
              <a:rPr lang="en-GB" dirty="0"/>
              <a:t>Students will also say which LLM model gives better answer and rank them accordingly or choose the best. </a:t>
            </a:r>
          </a:p>
          <a:p>
            <a:pPr marL="285750" indent="-285750">
              <a:buFont typeface="Arial" panose="020B0604020202020204" pitchFamily="34" charset="0"/>
              <a:buChar char="•"/>
            </a:pPr>
            <a:r>
              <a:rPr lang="en-GB" dirty="0"/>
              <a:t>It will take not more than 40 minutes per student. </a:t>
            </a:r>
          </a:p>
          <a:p>
            <a:pPr marL="285750" indent="-285750">
              <a:buFont typeface="Arial" panose="020B0604020202020204" pitchFamily="34" charset="0"/>
              <a:buChar char="•"/>
            </a:pPr>
            <a:r>
              <a:rPr lang="en-GB" dirty="0"/>
              <a:t>Everything will be mentioned in the google form and then </a:t>
            </a:r>
            <a:r>
              <a:rPr lang="en-GB" dirty="0" err="1"/>
              <a:t>atlast</a:t>
            </a:r>
            <a:r>
              <a:rPr lang="en-GB" dirty="0"/>
              <a:t> feedback for the development and also how can this app help organizations. </a:t>
            </a:r>
            <a:endParaRPr lang="en-DE" dirty="0"/>
          </a:p>
        </p:txBody>
      </p:sp>
    </p:spTree>
    <p:extLst>
      <p:ext uri="{BB962C8B-B14F-4D97-AF65-F5344CB8AC3E}">
        <p14:creationId xmlns:p14="http://schemas.microsoft.com/office/powerpoint/2010/main" val="3690935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39879-EF76-82A7-292B-65753AA9A29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892C21-EFB1-FF2D-A6F5-DBBD1DA78106}"/>
              </a:ext>
            </a:extLst>
          </p:cNvPr>
          <p:cNvSpPr txBox="1"/>
          <p:nvPr/>
        </p:nvSpPr>
        <p:spPr>
          <a:xfrm>
            <a:off x="7334640" y="0"/>
            <a:ext cx="1280160" cy="390604"/>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DE179EF-63DE-4C02-937F-012871C394FB}" type="slidenum">
              <a:rPr lang="en-US" sz="1200" b="0" i="0" u="none" strike="noStrike" kern="1200" cap="none" spc="0" baseline="0">
                <a:solidFill>
                  <a:srgbClr val="000000"/>
                </a:solidFill>
                <a:uFillTx/>
                <a:latin typeface="Roboto" pitchFamily="2"/>
                <a:ea typeface="DejaVu Sans" pitchFamily="2"/>
                <a:cs typeface="DejaVu Sans" pitchFamily="2"/>
              </a:rPr>
              <a:t>8</a:t>
            </a:fld>
            <a:endParaRPr lang="en-US" sz="1200" b="0" i="0" u="none" strike="noStrike" kern="1200" cap="none" spc="0" baseline="0">
              <a:solidFill>
                <a:srgbClr val="000000"/>
              </a:solidFill>
              <a:uFillTx/>
              <a:latin typeface="Roboto" pitchFamily="2"/>
              <a:ea typeface="DejaVu Sans" pitchFamily="2"/>
              <a:cs typeface="DejaVu Sans" pitchFamily="2"/>
            </a:endParaRPr>
          </a:p>
        </p:txBody>
      </p:sp>
      <p:sp>
        <p:nvSpPr>
          <p:cNvPr id="4" name="Title 1">
            <a:extLst>
              <a:ext uri="{FF2B5EF4-FFF2-40B4-BE49-F238E27FC236}">
                <a16:creationId xmlns:a16="http://schemas.microsoft.com/office/drawing/2014/main" id="{CBFC3BA6-BB8B-CE31-389A-AC4BBDA032F6}"/>
              </a:ext>
            </a:extLst>
          </p:cNvPr>
          <p:cNvSpPr txBox="1">
            <a:spLocks noGrp="1"/>
          </p:cNvSpPr>
          <p:nvPr>
            <p:ph type="title" idx="4294967295"/>
          </p:nvPr>
        </p:nvSpPr>
        <p:spPr/>
        <p:txBody>
          <a:bodyPr/>
          <a:lstStyle/>
          <a:p>
            <a:r>
              <a:rPr lang="en-GB" dirty="0"/>
              <a:t>Topics of Discussion</a:t>
            </a:r>
            <a:endParaRPr lang="en-DE" dirty="0"/>
          </a:p>
        </p:txBody>
      </p:sp>
      <p:sp>
        <p:nvSpPr>
          <p:cNvPr id="5" name="Text Placeholder 2">
            <a:extLst>
              <a:ext uri="{FF2B5EF4-FFF2-40B4-BE49-F238E27FC236}">
                <a16:creationId xmlns:a16="http://schemas.microsoft.com/office/drawing/2014/main" id="{07655230-269E-0433-0C95-23A91D698404}"/>
              </a:ext>
            </a:extLst>
          </p:cNvPr>
          <p:cNvSpPr txBox="1">
            <a:spLocks noGrp="1"/>
          </p:cNvSpPr>
          <p:nvPr>
            <p:ph type="body" idx="4294967295"/>
          </p:nvPr>
        </p:nvSpPr>
        <p:spPr>
          <a:xfrm>
            <a:off x="378372" y="1505606"/>
            <a:ext cx="8600090" cy="3362859"/>
          </a:xfrm>
        </p:spPr>
        <p:txBody>
          <a:bodyPr/>
          <a:lstStyle/>
          <a:p>
            <a:pPr marL="342900" lvl="2" indent="-342900"/>
            <a:r>
              <a:rPr lang="en-GB" i="1" dirty="0"/>
              <a:t>ARES is also important. Can it be introduced in the backend?</a:t>
            </a:r>
          </a:p>
          <a:p>
            <a:pPr marL="342900" lvl="2" indent="-342900"/>
            <a:r>
              <a:rPr lang="en-GB" i="1" dirty="0"/>
              <a:t>Can </a:t>
            </a:r>
            <a:r>
              <a:rPr lang="en-GB" i="1" dirty="0" err="1"/>
              <a:t>Vectorless</a:t>
            </a:r>
            <a:r>
              <a:rPr lang="en-GB" i="1" dirty="0"/>
              <a:t> rag using </a:t>
            </a:r>
            <a:r>
              <a:rPr lang="en-GB" i="1" dirty="0" err="1"/>
              <a:t>PageIndex</a:t>
            </a:r>
            <a:r>
              <a:rPr lang="en-GB" i="1" dirty="0"/>
              <a:t> be introduced in this, of so how to incorporate in the app? </a:t>
            </a:r>
          </a:p>
        </p:txBody>
      </p:sp>
    </p:spTree>
    <p:extLst>
      <p:ext uri="{BB962C8B-B14F-4D97-AF65-F5344CB8AC3E}">
        <p14:creationId xmlns:p14="http://schemas.microsoft.com/office/powerpoint/2010/main" val="2532464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9C955-3D19-6C7F-3C99-6C74C38F658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9A5DE89-14C1-16CE-B8FA-387FB6087EB3}"/>
              </a:ext>
            </a:extLst>
          </p:cNvPr>
          <p:cNvSpPr txBox="1"/>
          <p:nvPr/>
        </p:nvSpPr>
        <p:spPr>
          <a:xfrm>
            <a:off x="7334640" y="0"/>
            <a:ext cx="1280160" cy="390604"/>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DE179EF-63DE-4C02-937F-012871C394FB}" type="slidenum">
              <a:rPr lang="en-US" sz="1200" b="0" i="0" u="none" strike="noStrike" kern="1200" cap="none" spc="0" baseline="0">
                <a:solidFill>
                  <a:srgbClr val="000000"/>
                </a:solidFill>
                <a:uFillTx/>
                <a:latin typeface="Roboto" pitchFamily="2"/>
                <a:ea typeface="DejaVu Sans" pitchFamily="2"/>
                <a:cs typeface="DejaVu Sans" pitchFamily="2"/>
              </a:rPr>
              <a:t>9</a:t>
            </a:fld>
            <a:endParaRPr lang="en-US" sz="1200" b="0" i="0" u="none" strike="noStrike" kern="1200" cap="none" spc="0" baseline="0">
              <a:solidFill>
                <a:srgbClr val="000000"/>
              </a:solidFill>
              <a:uFillTx/>
              <a:latin typeface="Roboto" pitchFamily="2"/>
              <a:ea typeface="DejaVu Sans" pitchFamily="2"/>
              <a:cs typeface="DejaVu Sans" pitchFamily="2"/>
            </a:endParaRPr>
          </a:p>
        </p:txBody>
      </p:sp>
      <p:sp>
        <p:nvSpPr>
          <p:cNvPr id="4" name="Title 1">
            <a:extLst>
              <a:ext uri="{FF2B5EF4-FFF2-40B4-BE49-F238E27FC236}">
                <a16:creationId xmlns:a16="http://schemas.microsoft.com/office/drawing/2014/main" id="{3564ACDD-AF48-2E17-1B4E-4467F1CA203F}"/>
              </a:ext>
            </a:extLst>
          </p:cNvPr>
          <p:cNvSpPr txBox="1">
            <a:spLocks noGrp="1"/>
          </p:cNvSpPr>
          <p:nvPr>
            <p:ph type="title" idx="4294967295"/>
          </p:nvPr>
        </p:nvSpPr>
        <p:spPr/>
        <p:txBody>
          <a:bodyPr/>
          <a:lstStyle/>
          <a:p>
            <a:r>
              <a:rPr lang="en-GB" dirty="0"/>
              <a:t>References</a:t>
            </a:r>
            <a:endParaRPr lang="en-DE" dirty="0"/>
          </a:p>
        </p:txBody>
      </p:sp>
      <p:sp>
        <p:nvSpPr>
          <p:cNvPr id="5" name="Text Placeholder 2">
            <a:extLst>
              <a:ext uri="{FF2B5EF4-FFF2-40B4-BE49-F238E27FC236}">
                <a16:creationId xmlns:a16="http://schemas.microsoft.com/office/drawing/2014/main" id="{B94C404D-A295-C5FB-C064-1D328FC0E75B}"/>
              </a:ext>
            </a:extLst>
          </p:cNvPr>
          <p:cNvSpPr txBox="1">
            <a:spLocks noGrp="1"/>
          </p:cNvSpPr>
          <p:nvPr>
            <p:ph type="body" idx="4294967295"/>
          </p:nvPr>
        </p:nvSpPr>
        <p:spPr>
          <a:xfrm>
            <a:off x="378371" y="1505607"/>
            <a:ext cx="9609083" cy="2167760"/>
          </a:xfrm>
        </p:spPr>
        <p:txBody>
          <a:bodyPr/>
          <a:lstStyle/>
          <a:p>
            <a:pPr marL="342900" lvl="2" indent="-342900"/>
            <a:r>
              <a:rPr lang="en-DE" sz="1600" i="1" dirty="0"/>
              <a:t>Hämäläinen, A., 2025. Improving Retrieval-Augmented Generation with LLM-as-a-Judge Evaluation.</a:t>
            </a:r>
            <a:endParaRPr lang="en-GB" sz="1600" i="1" dirty="0"/>
          </a:p>
          <a:p>
            <a:pPr marL="342900" lvl="2" indent="-342900"/>
            <a:r>
              <a:rPr lang="en-GB" sz="1400" i="1" dirty="0"/>
              <a:t>L. Zheng, W.-L. Chiang, Y. Sheng, S. Zhuang, Z. Wu, Y. Zhuang, Z. Lin, Z. Li, D. Li, E. Xing, H. Zhang, J. E. Gonzalez, and I. Stoica, “Judging LLM as-a-Judge with MT-Bench and Chatbot Arena,” in Thirty-seventh Conference on Neural Information Processing Systems Datasets and Benchmarks Track, 2023. [Online]. Available: https://openreview.net/forum?id=uccHPGDlao.</a:t>
            </a:r>
          </a:p>
        </p:txBody>
      </p:sp>
    </p:spTree>
    <p:extLst>
      <p:ext uri="{BB962C8B-B14F-4D97-AF65-F5344CB8AC3E}">
        <p14:creationId xmlns:p14="http://schemas.microsoft.com/office/powerpoint/2010/main" val="88793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6DEA3-BF01-05CC-3A61-60A0543CEA7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92623E5-2026-D8D9-0A75-8F7AD54E4458}"/>
              </a:ext>
            </a:extLst>
          </p:cNvPr>
          <p:cNvSpPr txBox="1"/>
          <p:nvPr/>
        </p:nvSpPr>
        <p:spPr>
          <a:xfrm>
            <a:off x="7334640" y="0"/>
            <a:ext cx="1280160" cy="390604"/>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DE179EF-63DE-4C02-937F-012871C394FB}" type="slidenum">
              <a:rPr lang="en-US" sz="1200" b="0" i="0" u="none" strike="noStrike" kern="1200" cap="none" spc="0" baseline="0">
                <a:solidFill>
                  <a:srgbClr val="000000"/>
                </a:solidFill>
                <a:uFillTx/>
                <a:latin typeface="Roboto" pitchFamily="2"/>
                <a:ea typeface="DejaVu Sans" pitchFamily="2"/>
                <a:cs typeface="DejaVu Sans" pitchFamily="2"/>
              </a:rPr>
              <a:t>10</a:t>
            </a:fld>
            <a:endParaRPr lang="en-US" sz="1200" b="0" i="0" u="none" strike="noStrike" kern="1200" cap="none" spc="0" baseline="0">
              <a:solidFill>
                <a:srgbClr val="000000"/>
              </a:solidFill>
              <a:uFillTx/>
              <a:latin typeface="Roboto" pitchFamily="2"/>
              <a:ea typeface="DejaVu Sans" pitchFamily="2"/>
              <a:cs typeface="DejaVu Sans" pitchFamily="2"/>
            </a:endParaRPr>
          </a:p>
        </p:txBody>
      </p:sp>
      <p:sp>
        <p:nvSpPr>
          <p:cNvPr id="5" name="Text Placeholder 2">
            <a:extLst>
              <a:ext uri="{FF2B5EF4-FFF2-40B4-BE49-F238E27FC236}">
                <a16:creationId xmlns:a16="http://schemas.microsoft.com/office/drawing/2014/main" id="{7ED28DCE-74FC-78C7-0B34-0F95DD813E76}"/>
              </a:ext>
            </a:extLst>
          </p:cNvPr>
          <p:cNvSpPr txBox="1">
            <a:spLocks noGrp="1"/>
          </p:cNvSpPr>
          <p:nvPr>
            <p:ph type="body" idx="4294967295"/>
          </p:nvPr>
        </p:nvSpPr>
        <p:spPr>
          <a:xfrm>
            <a:off x="622737" y="2561896"/>
            <a:ext cx="8600090" cy="1746893"/>
          </a:xfrm>
        </p:spPr>
        <p:txBody>
          <a:bodyPr/>
          <a:lstStyle/>
          <a:p>
            <a:pPr lvl="2" algn="ctr">
              <a:buNone/>
            </a:pPr>
            <a:r>
              <a:rPr lang="en-GB" i="1" dirty="0"/>
              <a:t>Thank you</a:t>
            </a:r>
            <a:endParaRPr lang="en-DE" i="1" dirty="0"/>
          </a:p>
        </p:txBody>
      </p:sp>
    </p:spTree>
    <p:extLst>
      <p:ext uri="{BB962C8B-B14F-4D97-AF65-F5344CB8AC3E}">
        <p14:creationId xmlns:p14="http://schemas.microsoft.com/office/powerpoint/2010/main" val="2340039046"/>
      </p:ext>
    </p:extLst>
  </p:cSld>
  <p:clrMapOvr>
    <a:masterClrMapping/>
  </p:clrMapOvr>
</p:sld>
</file>

<file path=ppt/theme/theme1.xml><?xml version="1.0" encoding="utf-8"?>
<a:theme xmlns:a="http://schemas.openxmlformats.org/drawingml/2006/main" name="Inhal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itelfoli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416</Words>
  <Application>Microsoft Office PowerPoint</Application>
  <PresentationFormat>Custom</PresentationFormat>
  <Paragraphs>46</Paragraphs>
  <Slides>10</Slides>
  <Notes>10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10</vt:i4>
      </vt:variant>
    </vt:vector>
  </HeadingPairs>
  <TitlesOfParts>
    <vt:vector size="20" baseType="lpstr">
      <vt:lpstr>Arial</vt:lpstr>
      <vt:lpstr>Calibri</vt:lpstr>
      <vt:lpstr>Liberation Sans</vt:lpstr>
      <vt:lpstr>Liberation Serif</vt:lpstr>
      <vt:lpstr>OpenSymbol</vt:lpstr>
      <vt:lpstr>Roboto</vt:lpstr>
      <vt:lpstr>Roboto:frac=1&amp;smcp</vt:lpstr>
      <vt:lpstr>StarSymbol</vt:lpstr>
      <vt:lpstr>Inhalt</vt:lpstr>
      <vt:lpstr>Titelfolie</vt:lpstr>
      <vt:lpstr>Semantic Retrieval of ICS Security Requirements from BSI and NIST Standards</vt:lpstr>
      <vt:lpstr>Recap </vt:lpstr>
      <vt:lpstr>Reap-Streamlit App </vt:lpstr>
      <vt:lpstr>Improved Architecture </vt:lpstr>
      <vt:lpstr>Improvements</vt:lpstr>
      <vt:lpstr>Improvements</vt:lpstr>
      <vt:lpstr>Task for Human Evaluation</vt:lpstr>
      <vt:lpstr>Topics of Discussion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dipan banerjee</dc:creator>
  <cp:lastModifiedBy>Dipan Banerjee</cp:lastModifiedBy>
  <cp:revision>40</cp:revision>
  <dcterms:created xsi:type="dcterms:W3CDTF">2019-10-29T10:44:45Z</dcterms:created>
  <dcterms:modified xsi:type="dcterms:W3CDTF">2026-06-03T17:37:37Z</dcterms:modified>
</cp:coreProperties>
</file>